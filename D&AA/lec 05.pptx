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6" r:id="rId2"/>
    <p:sldId id="270" r:id="rId3"/>
    <p:sldId id="271" r:id="rId4"/>
    <p:sldId id="257" r:id="rId5"/>
    <p:sldId id="258" r:id="rId6"/>
    <p:sldId id="259" r:id="rId7"/>
    <p:sldId id="260" r:id="rId8"/>
    <p:sldId id="261" r:id="rId9"/>
    <p:sldId id="262" r:id="rId10"/>
    <p:sldId id="263" r:id="rId11"/>
    <p:sldId id="264" r:id="rId12"/>
    <p:sldId id="265" r:id="rId13"/>
    <p:sldId id="272" r:id="rId14"/>
    <p:sldId id="273" r:id="rId15"/>
    <p:sldId id="274" r:id="rId16"/>
    <p:sldId id="275" r:id="rId17"/>
    <p:sldId id="276" r:id="rId18"/>
    <p:sldId id="277" r:id="rId19"/>
    <p:sldId id="278" r:id="rId20"/>
    <p:sldId id="279" r:id="rId21"/>
    <p:sldId id="267" r:id="rId22"/>
    <p:sldId id="268" r:id="rId23"/>
    <p:sldId id="28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7"/>
  </p:normalViewPr>
  <p:slideViewPr>
    <p:cSldViewPr>
      <p:cViewPr varScale="1">
        <p:scale>
          <a:sx n="101" d="100"/>
          <a:sy n="101" d="100"/>
        </p:scale>
        <p:origin x="186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3BBCE4-5148-4027-8FCA-8359D7741DE8}" type="datetimeFigureOut">
              <a:rPr lang="en-US" smtClean="0"/>
              <a:t>3/10/26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FD254D-06EA-4F1A-81C9-B2695A59CDB0}" type="slidenum">
              <a:rPr lang="en-US" smtClean="0"/>
              <a:t>‹#›</a:t>
            </a:fld>
            <a:endParaRPr lang="en-US"/>
          </a:p>
        </p:txBody>
      </p:sp>
    </p:spTree>
    <p:extLst>
      <p:ext uri="{BB962C8B-B14F-4D97-AF65-F5344CB8AC3E}">
        <p14:creationId xmlns:p14="http://schemas.microsoft.com/office/powerpoint/2010/main" val="4185732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5123"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912813" eaLnBrk="0" fontAlgn="base" hangingPunct="0">
              <a:spcBef>
                <a:spcPct val="30000"/>
              </a:spcBef>
              <a:spcAft>
                <a:spcPct val="0"/>
              </a:spcAft>
              <a:defRPr sz="1200">
                <a:solidFill>
                  <a:schemeClr val="tx1"/>
                </a:solidFill>
                <a:latin typeface="Calibri" pitchFamily="34" charset="0"/>
              </a:defRPr>
            </a:lvl6pPr>
            <a:lvl7pPr marL="2971800" indent="-228600" defTabSz="912813" eaLnBrk="0" fontAlgn="base" hangingPunct="0">
              <a:spcBef>
                <a:spcPct val="30000"/>
              </a:spcBef>
              <a:spcAft>
                <a:spcPct val="0"/>
              </a:spcAft>
              <a:defRPr sz="1200">
                <a:solidFill>
                  <a:schemeClr val="tx1"/>
                </a:solidFill>
                <a:latin typeface="Calibri" pitchFamily="34" charset="0"/>
              </a:defRPr>
            </a:lvl7pPr>
            <a:lvl8pPr marL="3429000" indent="-228600" defTabSz="912813" eaLnBrk="0" fontAlgn="base" hangingPunct="0">
              <a:spcBef>
                <a:spcPct val="30000"/>
              </a:spcBef>
              <a:spcAft>
                <a:spcPct val="0"/>
              </a:spcAft>
              <a:defRPr sz="1200">
                <a:solidFill>
                  <a:schemeClr val="tx1"/>
                </a:solidFill>
                <a:latin typeface="Calibri" pitchFamily="34" charset="0"/>
              </a:defRPr>
            </a:lvl8pPr>
            <a:lvl9pPr marL="3886200" indent="-228600" defTabSz="912813" eaLnBrk="0" fontAlgn="base" hangingPunct="0">
              <a:spcBef>
                <a:spcPct val="30000"/>
              </a:spcBef>
              <a:spcAft>
                <a:spcPct val="0"/>
              </a:spcAft>
              <a:defRPr sz="1200">
                <a:solidFill>
                  <a:schemeClr val="tx1"/>
                </a:solidFill>
                <a:latin typeface="Calibri" pitchFamily="34" charset="0"/>
              </a:defRPr>
            </a:lvl9pPr>
          </a:lstStyle>
          <a:p>
            <a:pPr>
              <a:spcBef>
                <a:spcPct val="0"/>
              </a:spcBef>
            </a:pPr>
            <a:fld id="{BEC72282-70FD-40D7-84AC-DE7348BC393B}" type="slidenum">
              <a:rPr lang="en-US" altLang="en-US"/>
              <a:pPr>
                <a:spcBef>
                  <a:spcPct val="0"/>
                </a:spcBef>
              </a:pPr>
              <a:t>6</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Kc : Key comparison</a:t>
            </a:r>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5E6E3F7-C0CD-4431-9BA9-18D29B341230}" type="slidenum">
              <a:rPr lang="en-US" altLang="en-US"/>
              <a:pPr/>
              <a:t>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Shell's original sequence: N/2 , N/4 , ..., 1 (repeatedly divide by 2);</a:t>
            </a:r>
          </a:p>
          <a:p>
            <a:pPr eaLnBrk="1" hangingPunct="1"/>
            <a:r>
              <a:rPr lang="en-US" altLang="en-US"/>
              <a:t>Hibbard's increments: 1, 3, 7, ..., 2</a:t>
            </a:r>
            <a:r>
              <a:rPr lang="en-US" altLang="en-US" baseline="30000"/>
              <a:t>k</a:t>
            </a:r>
            <a:r>
              <a:rPr lang="en-US" altLang="en-US"/>
              <a:t> - 1 ;</a:t>
            </a:r>
          </a:p>
          <a:p>
            <a:pPr eaLnBrk="1" hangingPunct="1"/>
            <a:r>
              <a:rPr lang="en-US" altLang="en-US"/>
              <a:t>Knuth's increments: 1, 4, 13, ..., (3</a:t>
            </a:r>
            <a:r>
              <a:rPr lang="en-US" altLang="en-US" baseline="30000"/>
              <a:t>k</a:t>
            </a:r>
            <a:r>
              <a:rPr lang="en-US" altLang="en-US"/>
              <a:t> - 1) / 2 ;</a:t>
            </a:r>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0FC7C4B-E763-4545-8B5F-DADE12EBE69A}" type="slidenum">
              <a:rPr lang="en-US" altLang="en-US"/>
              <a:pPr/>
              <a:t>8</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67F4F-8B47-41F8-9CDA-D548DBE38563}" type="slidenum">
              <a:rPr lang="en-US" altLang="en-US"/>
              <a:pPr/>
              <a:t>14</a:t>
            </a:fld>
            <a:endParaRPr lang="en-US" altLang="en-US"/>
          </a:p>
        </p:txBody>
      </p:sp>
      <p:sp>
        <p:nvSpPr>
          <p:cNvPr id="318466" name="Rectangle 2"/>
          <p:cNvSpPr>
            <a:spLocks noGrp="1" noRot="1" noChangeAspect="1" noChangeArrowheads="1" noTextEdit="1"/>
          </p:cNvSpPr>
          <p:nvPr>
            <p:ph type="sldImg"/>
          </p:nvPr>
        </p:nvSpPr>
        <p:spPr>
          <a:ln/>
        </p:spPr>
      </p:sp>
      <p:sp>
        <p:nvSpPr>
          <p:cNvPr id="3184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858D7B-8361-47D2-BA02-4C2ACBBE94E7}" type="slidenum">
              <a:rPr lang="en-US" altLang="en-US"/>
              <a:pPr/>
              <a:t>15</a:t>
            </a:fld>
            <a:endParaRPr lang="en-US" altLang="en-US"/>
          </a:p>
        </p:txBody>
      </p:sp>
      <p:sp>
        <p:nvSpPr>
          <p:cNvPr id="319490" name="Rectangle 2"/>
          <p:cNvSpPr>
            <a:spLocks noGrp="1" noRot="1" noChangeAspect="1" noChangeArrowheads="1" noTextEdit="1"/>
          </p:cNvSpPr>
          <p:nvPr>
            <p:ph type="sldImg"/>
          </p:nvPr>
        </p:nvSpPr>
        <p:spPr>
          <a:ln/>
        </p:spPr>
      </p:sp>
      <p:sp>
        <p:nvSpPr>
          <p:cNvPr id="319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261264-683F-4B49-8B10-B92FB9C3B431}" type="slidenum">
              <a:rPr lang="en-US" altLang="en-US"/>
              <a:pPr/>
              <a:t>16</a:t>
            </a:fld>
            <a:endParaRPr lang="en-US" altLang="en-US"/>
          </a:p>
        </p:txBody>
      </p:sp>
      <p:sp>
        <p:nvSpPr>
          <p:cNvPr id="320514" name="Rectangle 2"/>
          <p:cNvSpPr>
            <a:spLocks noGrp="1" noRot="1" noChangeAspect="1" noChangeArrowheads="1" noTextEdit="1"/>
          </p:cNvSpPr>
          <p:nvPr>
            <p:ph type="sldImg"/>
          </p:nvPr>
        </p:nvSpPr>
        <p:spPr>
          <a:ln/>
        </p:spPr>
      </p:sp>
      <p:sp>
        <p:nvSpPr>
          <p:cNvPr id="3205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22E4A3-3F26-463D-B019-70E92C953E4B}" type="slidenum">
              <a:rPr lang="en-US" altLang="en-US"/>
              <a:pPr/>
              <a:t>17</a:t>
            </a:fld>
            <a:endParaRPr lang="en-US" altLang="en-US"/>
          </a:p>
        </p:txBody>
      </p:sp>
      <p:sp>
        <p:nvSpPr>
          <p:cNvPr id="321538" name="Rectangle 2"/>
          <p:cNvSpPr>
            <a:spLocks noGrp="1" noRot="1" noChangeAspect="1" noChangeArrowheads="1" noTextEdit="1"/>
          </p:cNvSpPr>
          <p:nvPr>
            <p:ph type="sldImg"/>
          </p:nvPr>
        </p:nvSpPr>
        <p:spPr>
          <a:ln/>
        </p:spPr>
      </p:sp>
      <p:sp>
        <p:nvSpPr>
          <p:cNvPr id="3215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2662AB-311C-4BFC-9BEA-5E968FA4EBB3}" type="slidenum">
              <a:rPr lang="en-US" altLang="en-US"/>
              <a:pPr/>
              <a:t>18</a:t>
            </a:fld>
            <a:endParaRPr lang="en-US" altLang="en-US"/>
          </a:p>
        </p:txBody>
      </p:sp>
      <p:sp>
        <p:nvSpPr>
          <p:cNvPr id="323586" name="Rectangle 2"/>
          <p:cNvSpPr>
            <a:spLocks noGrp="1" noRot="1" noChangeAspect="1" noChangeArrowheads="1" noTextEdit="1"/>
          </p:cNvSpPr>
          <p:nvPr>
            <p:ph type="sldImg"/>
          </p:nvPr>
        </p:nvSpPr>
        <p:spPr>
          <a:ln/>
        </p:spPr>
      </p:sp>
      <p:sp>
        <p:nvSpPr>
          <p:cNvPr id="3235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407BE4-ED78-4B44-B654-B2551BDC71B1}" type="slidenum">
              <a:rPr lang="en-US" altLang="en-US"/>
              <a:pPr/>
              <a:t>19</a:t>
            </a:fld>
            <a:endParaRPr lang="en-US" altLang="en-US"/>
          </a:p>
        </p:txBody>
      </p:sp>
      <p:sp>
        <p:nvSpPr>
          <p:cNvPr id="950274" name="Rectangle 2"/>
          <p:cNvSpPr>
            <a:spLocks noGrp="1" noRot="1" noChangeAspect="1" noChangeArrowheads="1" noTextEdit="1"/>
          </p:cNvSpPr>
          <p:nvPr>
            <p:ph type="sldImg"/>
          </p:nvPr>
        </p:nvSpPr>
        <p:spPr>
          <a:ln/>
        </p:spPr>
      </p:sp>
      <p:sp>
        <p:nvSpPr>
          <p:cNvPr id="95027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AC777-F9C6-41B2-9ABD-31D0DDD8CE08}" type="slidenum">
              <a:rPr lang="en-US" altLang="en-US"/>
              <a:pPr/>
              <a:t>20</a:t>
            </a:fld>
            <a:endParaRPr lang="en-US" altLang="en-US"/>
          </a:p>
        </p:txBody>
      </p:sp>
      <p:sp>
        <p:nvSpPr>
          <p:cNvPr id="954370" name="Rectangle 2"/>
          <p:cNvSpPr>
            <a:spLocks noGrp="1" noRot="1" noChangeAspect="1" noChangeArrowheads="1" noTextEdit="1"/>
          </p:cNvSpPr>
          <p:nvPr>
            <p:ph type="sldImg"/>
          </p:nvPr>
        </p:nvSpPr>
        <p:spPr>
          <a:ln/>
        </p:spPr>
      </p:sp>
      <p:sp>
        <p:nvSpPr>
          <p:cNvPr id="954371"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D639002-7C94-4DF0-9FA1-20530921DECC}"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3478560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39002-7C94-4DF0-9FA1-20530921DECC}"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2165397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639002-7C94-4DF0-9FA1-20530921DECC}"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310153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639002-7C94-4DF0-9FA1-20530921DECC}"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094448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639002-7C94-4DF0-9FA1-20530921DECC}" type="datetimeFigureOut">
              <a:rPr lang="en-US" smtClean="0"/>
              <a:t>3/10/26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828423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639002-7C94-4DF0-9FA1-20530921DECC}"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18748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639002-7C94-4DF0-9FA1-20530921DECC}" type="datetimeFigureOut">
              <a:rPr lang="en-US" smtClean="0"/>
              <a:t>3/10/26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32564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639002-7C94-4DF0-9FA1-20530921DECC}"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3225986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639002-7C94-4DF0-9FA1-20530921DECC}"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583959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39002-7C94-4DF0-9FA1-20530921DECC}"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821523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39002-7C94-4DF0-9FA1-20530921DECC}"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3A5BC-E5F3-4812-86F4-B01C261FABB2}" type="slidenum">
              <a:rPr lang="en-US" smtClean="0"/>
              <a:t>‹#›</a:t>
            </a:fld>
            <a:endParaRPr lang="en-US"/>
          </a:p>
        </p:txBody>
      </p:sp>
    </p:spTree>
    <p:extLst>
      <p:ext uri="{BB962C8B-B14F-4D97-AF65-F5344CB8AC3E}">
        <p14:creationId xmlns:p14="http://schemas.microsoft.com/office/powerpoint/2010/main" val="1011975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4"/>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fld id="{09A2ABEF-EFE1-4883-B4E9-DA21158E6B3C}" type="datetime1">
              <a:rPr lang="en-US"/>
              <a:pPr>
                <a:defRPr/>
              </a:pPr>
              <a:t>3/10/26</a:t>
            </a:fld>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BF4389E6-80AF-4759-B518-648573CCD323}" type="slidenum">
              <a:rPr lang="en-US" altLang="en-US"/>
              <a:pPr/>
              <a:t>‹#›</a:t>
            </a:fld>
            <a:endParaRPr lang="en-US" altLang="en-US"/>
          </a:p>
        </p:txBody>
      </p:sp>
    </p:spTree>
    <p:extLst>
      <p:ext uri="{BB962C8B-B14F-4D97-AF65-F5344CB8AC3E}">
        <p14:creationId xmlns:p14="http://schemas.microsoft.com/office/powerpoint/2010/main" val="317901754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41313" y="100013"/>
            <a:ext cx="8229600" cy="906462"/>
          </a:xfrm>
        </p:spPr>
        <p:txBody>
          <a:bodyPr/>
          <a:lstStyle/>
          <a:p>
            <a:r>
              <a:rPr lang="en-US"/>
              <a:t>Click to edit Master title style</a:t>
            </a:r>
          </a:p>
        </p:txBody>
      </p:sp>
      <p:sp>
        <p:nvSpPr>
          <p:cNvPr id="3" name="Table Placeholder 2"/>
          <p:cNvSpPr>
            <a:spLocks noGrp="1"/>
          </p:cNvSpPr>
          <p:nvPr>
            <p:ph type="tbl" idx="1"/>
          </p:nvPr>
        </p:nvSpPr>
        <p:spPr>
          <a:xfrm>
            <a:off x="350838" y="1214438"/>
            <a:ext cx="8229600" cy="5076825"/>
          </a:xfrm>
        </p:spPr>
        <p:txBody>
          <a:bodyPr/>
          <a:lstStyle/>
          <a:p>
            <a:endParaRPr lang="en-US"/>
          </a:p>
        </p:txBody>
      </p:sp>
      <p:sp>
        <p:nvSpPr>
          <p:cNvPr id="4" name="Date Placeholder 3"/>
          <p:cNvSpPr>
            <a:spLocks noGrp="1"/>
          </p:cNvSpPr>
          <p:nvPr>
            <p:ph type="dt" sz="half" idx="10"/>
          </p:nvPr>
        </p:nvSpPr>
        <p:spPr>
          <a:xfrm>
            <a:off x="457200" y="6397625"/>
            <a:ext cx="2133600" cy="323850"/>
          </a:xfrm>
        </p:spPr>
        <p:txBody>
          <a:bodyPr/>
          <a:lstStyle>
            <a:lvl1pPr>
              <a:defRPr/>
            </a:lvl1pPr>
          </a:lstStyle>
          <a:p>
            <a:endParaRPr lang="en-US" altLang="en-US"/>
          </a:p>
        </p:txBody>
      </p:sp>
      <p:sp>
        <p:nvSpPr>
          <p:cNvPr id="5" name="Slide Number Placeholder 4"/>
          <p:cNvSpPr>
            <a:spLocks noGrp="1"/>
          </p:cNvSpPr>
          <p:nvPr>
            <p:ph type="sldNum" sz="quarter" idx="11"/>
          </p:nvPr>
        </p:nvSpPr>
        <p:spPr>
          <a:xfrm>
            <a:off x="6553200" y="6397625"/>
            <a:ext cx="2133600" cy="323850"/>
          </a:xfrm>
        </p:spPr>
        <p:txBody>
          <a:bodyPr/>
          <a:lstStyle>
            <a:lvl1pPr>
              <a:defRPr/>
            </a:lvl1pPr>
          </a:lstStyle>
          <a:p>
            <a:fld id="{2FD8A146-CF1D-4D34-A3D9-EB95C94DE56A}" type="slidenum">
              <a:rPr lang="en-US" altLang="en-US"/>
              <a:pPr/>
              <a:t>‹#›</a:t>
            </a:fld>
            <a:endParaRPr lang="en-US" altLang="en-US"/>
          </a:p>
        </p:txBody>
      </p:sp>
    </p:spTree>
    <p:extLst>
      <p:ext uri="{BB962C8B-B14F-4D97-AF65-F5344CB8AC3E}">
        <p14:creationId xmlns:p14="http://schemas.microsoft.com/office/powerpoint/2010/main" val="2380868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39002-7C94-4DF0-9FA1-20530921DECC}" type="datetimeFigureOut">
              <a:rPr lang="en-US" smtClean="0"/>
              <a:t>3/10/26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A3A5BC-E5F3-4812-86F4-B01C261FABB2}" type="slidenum">
              <a:rPr lang="en-US" smtClean="0"/>
              <a:t>‹#›</a:t>
            </a:fld>
            <a:endParaRPr lang="en-US"/>
          </a:p>
        </p:txBody>
      </p:sp>
    </p:spTree>
    <p:extLst>
      <p:ext uri="{BB962C8B-B14F-4D97-AF65-F5344CB8AC3E}">
        <p14:creationId xmlns:p14="http://schemas.microsoft.com/office/powerpoint/2010/main" val="3983763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Big_Theta_notation"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linux.wku.edu/~lamonml/algor/sort/insertion.html" TargetMode="External"/><Relationship Id="rId2" Type="http://schemas.openxmlformats.org/officeDocument/2006/relationships/hyperlink" Target="http://linux.wku.edu/~lamonml/algor/sort/bubble.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linux.wku.edu/~lamonml/algor/sort/heap.html" TargetMode="External"/><Relationship Id="rId2" Type="http://schemas.openxmlformats.org/officeDocument/2006/relationships/hyperlink" Target="http://linux.wku.edu/~lamonml/algor/sort/merge.html" TargetMode="External"/><Relationship Id="rId1" Type="http://schemas.openxmlformats.org/officeDocument/2006/relationships/slideLayout" Target="../slideLayouts/slideLayout7.xml"/><Relationship Id="rId4" Type="http://schemas.openxmlformats.org/officeDocument/2006/relationships/hyperlink" Target="http://linux.wku.edu/~lamonml/algor/sort/quick.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iide ba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1"/>
            <a:ext cx="9144000" cy="686360"/>
          </a:xfrm>
        </p:spPr>
      </p:pic>
      <p:pic>
        <p:nvPicPr>
          <p:cNvPr id="4099" name="Picture 4" descr="siide b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491007"/>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7"/>
          <p:cNvSpPr txBox="1">
            <a:spLocks noChangeArrowheads="1"/>
          </p:cNvSpPr>
          <p:nvPr/>
        </p:nvSpPr>
        <p:spPr bwMode="auto">
          <a:xfrm>
            <a:off x="0" y="0"/>
            <a:ext cx="9144000" cy="33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50000"/>
              </a:spcBef>
              <a:buFontTx/>
              <a:buNone/>
            </a:pPr>
            <a:endParaRPr lang="en-US" altLang="en-US" sz="1600"/>
          </a:p>
        </p:txBody>
      </p:sp>
      <p:sp>
        <p:nvSpPr>
          <p:cNvPr id="4101" name="Line 8"/>
          <p:cNvSpPr>
            <a:spLocks noChangeShapeType="1"/>
          </p:cNvSpPr>
          <p:nvPr/>
        </p:nvSpPr>
        <p:spPr bwMode="auto">
          <a:xfrm>
            <a:off x="0" y="6481203"/>
            <a:ext cx="9144000" cy="0"/>
          </a:xfrm>
          <a:prstGeom prst="line">
            <a:avLst/>
          </a:prstGeom>
          <a:noFill/>
          <a:ln w="44450">
            <a:solidFill>
              <a:srgbClr val="006AFF"/>
            </a:solidFill>
            <a:round/>
            <a:headEnd/>
            <a:tailEnd/>
          </a:ln>
          <a:extLst>
            <a:ext uri="{909E8E84-426E-40DD-AFC4-6F175D3DCCD1}">
              <a14:hiddenFill xmlns:a14="http://schemas.microsoft.com/office/drawing/2010/main">
                <a:noFill/>
              </a14:hiddenFill>
            </a:ext>
          </a:extLst>
        </p:spPr>
        <p:txBody>
          <a:bodyPr lIns="91381" tIns="45691" rIns="91381" bIns="45691"/>
          <a:lstStyle/>
          <a:p>
            <a:endParaRPr lang="en-US"/>
          </a:p>
        </p:txBody>
      </p:sp>
      <p:sp>
        <p:nvSpPr>
          <p:cNvPr id="4102" name="Rectangle 13"/>
          <p:cNvSpPr>
            <a:spLocks noChangeArrowheads="1"/>
          </p:cNvSpPr>
          <p:nvPr/>
        </p:nvSpPr>
        <p:spPr bwMode="auto">
          <a:xfrm>
            <a:off x="1192068" y="935691"/>
            <a:ext cx="6732444" cy="2187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GB" altLang="en-US" sz="3600" dirty="0">
                <a:solidFill>
                  <a:srgbClr val="6600CC"/>
                </a:solidFill>
                <a:latin typeface="Times New Roman" pitchFamily="18" charset="0"/>
              </a:rPr>
              <a:t>Analysis of Algorithm</a:t>
            </a:r>
          </a:p>
        </p:txBody>
      </p:sp>
      <p:sp>
        <p:nvSpPr>
          <p:cNvPr id="4103" name="Rectangle 14"/>
          <p:cNvSpPr>
            <a:spLocks noChangeArrowheads="1"/>
          </p:cNvSpPr>
          <p:nvPr/>
        </p:nvSpPr>
        <p:spPr bwMode="auto">
          <a:xfrm>
            <a:off x="1447512" y="2895320"/>
            <a:ext cx="6400511" cy="31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buFontTx/>
              <a:buNone/>
            </a:pPr>
            <a:endParaRPr lang="en-US" altLang="en-US" dirty="0">
              <a:solidFill>
                <a:srgbClr val="CC00FF"/>
              </a:solidFill>
              <a:latin typeface="Times New Roman" pitchFamily="18" charset="0"/>
            </a:endParaRPr>
          </a:p>
          <a:p>
            <a:pPr algn="ctr" eaLnBrk="1" hangingPunct="1">
              <a:buFontTx/>
              <a:buNone/>
            </a:pPr>
            <a:r>
              <a:rPr lang="en-US" altLang="en-US" dirty="0">
                <a:solidFill>
                  <a:srgbClr val="CC00FF"/>
                </a:solidFill>
                <a:latin typeface="Times New Roman" pitchFamily="18" charset="0"/>
              </a:rPr>
              <a:t>Lecture 5</a:t>
            </a:r>
          </a:p>
          <a:p>
            <a:pPr algn="ctr" eaLnBrk="1" hangingPunct="1">
              <a:buFontTx/>
              <a:buNone/>
            </a:pPr>
            <a:endParaRPr lang="en-US" altLang="en-US" dirty="0">
              <a:solidFill>
                <a:srgbClr val="CC00FF"/>
              </a:solidFill>
              <a:latin typeface="Times New Roman" pitchFamily="18" charset="0"/>
            </a:endParaRPr>
          </a:p>
        </p:txBody>
      </p:sp>
      <p:sp>
        <p:nvSpPr>
          <p:cNvPr id="4104" name="Slide Number Placeholder 9"/>
          <p:cNvSpPr>
            <a:spLocks noGrp="1"/>
          </p:cNvSpPr>
          <p:nvPr>
            <p:ph type="sldNum" sz="quarter" idx="12"/>
          </p:nvPr>
        </p:nvSpPr>
        <p:spPr bwMode="auto">
          <a:xfrm>
            <a:off x="6553489" y="6619875"/>
            <a:ext cx="2133023"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F9890A5-2FC1-4811-9CD1-FCCC16024669}" type="slidenum">
              <a:rPr lang="en-US" altLang="en-US">
                <a:latin typeface="Arial" charset="0"/>
              </a:rPr>
              <a:pPr/>
              <a:t>1</a:t>
            </a:fld>
            <a:endParaRPr lang="en-US" altLang="en-US">
              <a:latin typeface="Arial" charset="0"/>
            </a:endParaRPr>
          </a:p>
        </p:txBody>
      </p:sp>
    </p:spTree>
    <p:extLst>
      <p:ext uri="{BB962C8B-B14F-4D97-AF65-F5344CB8AC3E}">
        <p14:creationId xmlns:p14="http://schemas.microsoft.com/office/powerpoint/2010/main" val="80010507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ChangeArrowheads="1"/>
          </p:cNvSpPr>
          <p:nvPr/>
        </p:nvSpPr>
        <p:spPr bwMode="auto">
          <a:xfrm>
            <a:off x="382444" y="1014132"/>
            <a:ext cx="8117897" cy="5499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17" tIns="41008" rIns="82017" bIns="41008">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just" eaLnBrk="1" hangingPunct="1">
              <a:spcBef>
                <a:spcPct val="0"/>
              </a:spcBef>
              <a:buFontTx/>
              <a:buNone/>
            </a:pPr>
            <a:r>
              <a:rPr lang="en-US" altLang="en-US" b="1"/>
              <a:t>The empirical (or a posteriori) Approach </a:t>
            </a:r>
          </a:p>
          <a:p>
            <a:pPr algn="just" eaLnBrk="1" hangingPunct="1">
              <a:spcBef>
                <a:spcPct val="0"/>
              </a:spcBef>
              <a:buFontTx/>
              <a:buNone/>
            </a:pPr>
            <a:endParaRPr lang="en-US" altLang="en-US" sz="1800"/>
          </a:p>
          <a:p>
            <a:pPr algn="just" eaLnBrk="1" hangingPunct="1">
              <a:spcBef>
                <a:spcPct val="0"/>
              </a:spcBef>
              <a:buFontTx/>
              <a:buNone/>
            </a:pPr>
            <a:r>
              <a:rPr lang="en-US" altLang="en-US" sz="1800"/>
              <a:t>The empirical (or a posteriori) approach to choosing an algorithm consists of programming the computing techniques and trying them on different instances with the help of a computer. </a:t>
            </a:r>
          </a:p>
          <a:p>
            <a:pPr algn="just" eaLnBrk="1" hangingPunct="1">
              <a:spcBef>
                <a:spcPct val="0"/>
              </a:spcBef>
              <a:buFontTx/>
              <a:buNone/>
            </a:pPr>
            <a:endParaRPr lang="en-US" altLang="en-US" sz="1800"/>
          </a:p>
          <a:p>
            <a:pPr algn="just" eaLnBrk="1" hangingPunct="1">
              <a:spcBef>
                <a:spcPct val="0"/>
              </a:spcBef>
              <a:buFontTx/>
              <a:buNone/>
            </a:pPr>
            <a:r>
              <a:rPr lang="en-US" altLang="en-US" b="1"/>
              <a:t>The theoretical (or a priori) Approach</a:t>
            </a:r>
          </a:p>
          <a:p>
            <a:pPr algn="just" eaLnBrk="1" hangingPunct="1">
              <a:spcBef>
                <a:spcPct val="0"/>
              </a:spcBef>
              <a:buFontTx/>
              <a:buNone/>
            </a:pPr>
            <a:endParaRPr lang="en-US" altLang="en-US" sz="1800"/>
          </a:p>
          <a:p>
            <a:pPr algn="just" eaLnBrk="1" hangingPunct="1">
              <a:spcBef>
                <a:spcPct val="0"/>
              </a:spcBef>
              <a:buFontTx/>
              <a:buNone/>
            </a:pPr>
            <a:r>
              <a:rPr lang="en-US" altLang="en-US" sz="1800"/>
              <a:t>The theoretical (or a priori) approach, which we favor consists of determining mathematically the quantity of resources needed by each algorithm as function of the size of the instances considered. The resources of most interest are: computing time (most critical) and storage space. </a:t>
            </a:r>
          </a:p>
          <a:p>
            <a:pPr algn="just" eaLnBrk="1" hangingPunct="1">
              <a:spcBef>
                <a:spcPct val="0"/>
              </a:spcBef>
              <a:buFontTx/>
              <a:buNone/>
            </a:pPr>
            <a:endParaRPr lang="en-US" altLang="en-US" sz="1800"/>
          </a:p>
          <a:p>
            <a:pPr algn="just" eaLnBrk="1" hangingPunct="1">
              <a:spcBef>
                <a:spcPct val="0"/>
              </a:spcBef>
              <a:buFontTx/>
              <a:buNone/>
            </a:pPr>
            <a:r>
              <a:rPr lang="en-US" altLang="en-US" sz="1800"/>
              <a:t>Throughout the class when we speak of the efficiency of an algorithm, we shall mean how fast it runs. Occasionally, we'll also be interested in an algorithm's storage  requirements or any other resources (like number of processors required by a parallel algorithm).</a:t>
            </a:r>
          </a:p>
          <a:p>
            <a:pPr algn="just" eaLnBrk="1" hangingPunct="1">
              <a:spcBef>
                <a:spcPct val="0"/>
              </a:spcBef>
              <a:buFontTx/>
              <a:buNone/>
            </a:pPr>
            <a:r>
              <a:rPr lang="en-US" altLang="en-US" sz="1800"/>
              <a:t>. </a:t>
            </a:r>
          </a:p>
        </p:txBody>
      </p:sp>
      <p:sp>
        <p:nvSpPr>
          <p:cNvPr id="6147" name="Rectangle 2"/>
          <p:cNvSpPr>
            <a:spLocks noChangeArrowheads="1"/>
          </p:cNvSpPr>
          <p:nvPr/>
        </p:nvSpPr>
        <p:spPr bwMode="auto">
          <a:xfrm>
            <a:off x="1363808" y="379600"/>
            <a:ext cx="5499965" cy="724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17" tIns="41008" rIns="82017" bIns="41008">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4958"/>
              </a:lnSpc>
              <a:spcBef>
                <a:spcPct val="0"/>
              </a:spcBef>
              <a:buNone/>
            </a:pPr>
            <a:r>
              <a:rPr lang="en-CA" altLang="en-US" b="1">
                <a:solidFill>
                  <a:srgbClr val="000000"/>
                </a:solidFill>
                <a:latin typeface="Arial Bold" pitchFamily="34" charset="0"/>
                <a:cs typeface="Arial Bold" pitchFamily="34" charset="0"/>
              </a:rPr>
              <a:t>    Efficiency of Algorithms</a:t>
            </a:r>
          </a:p>
        </p:txBody>
      </p:sp>
    </p:spTree>
    <p:extLst>
      <p:ext uri="{BB962C8B-B14F-4D97-AF65-F5344CB8AC3E}">
        <p14:creationId xmlns:p14="http://schemas.microsoft.com/office/powerpoint/2010/main" val="1852787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ChangeArrowheads="1"/>
          </p:cNvSpPr>
          <p:nvPr/>
        </p:nvSpPr>
        <p:spPr bwMode="auto">
          <a:xfrm>
            <a:off x="1037649" y="888066"/>
            <a:ext cx="7396306" cy="569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17" tIns="41008" rIns="82017" bIns="41008">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100"/>
              <a:t>The size of an instance corresponds formally to the number of bits needed to represent the instance on a computer. </a:t>
            </a:r>
          </a:p>
          <a:p>
            <a:pPr eaLnBrk="1" hangingPunct="1">
              <a:spcBef>
                <a:spcPct val="0"/>
              </a:spcBef>
              <a:buFontTx/>
              <a:buNone/>
            </a:pPr>
            <a:endParaRPr lang="en-US" altLang="en-US" sz="2100"/>
          </a:p>
          <a:p>
            <a:pPr eaLnBrk="1" hangingPunct="1">
              <a:spcBef>
                <a:spcPct val="0"/>
              </a:spcBef>
              <a:buFontTx/>
              <a:buNone/>
            </a:pPr>
            <a:r>
              <a:rPr lang="en-US" altLang="en-US" sz="2100"/>
              <a:t>To be  less formal in analysis, the use of “size” to mean any integer that in some way measures the number of components in an instance. Examples: . In sorting size is the number of elements to be sorted. . In graphs size is the number of nodes or edges or both.</a:t>
            </a:r>
          </a:p>
          <a:p>
            <a:pPr eaLnBrk="1" hangingPunct="1">
              <a:spcBef>
                <a:spcPct val="0"/>
              </a:spcBef>
              <a:buFontTx/>
              <a:buNone/>
            </a:pPr>
            <a:endParaRPr lang="en-US" altLang="en-US" sz="2100"/>
          </a:p>
          <a:p>
            <a:pPr eaLnBrk="1" hangingPunct="1">
              <a:spcBef>
                <a:spcPct val="0"/>
              </a:spcBef>
              <a:buFontTx/>
              <a:buNone/>
            </a:pPr>
            <a:r>
              <a:rPr lang="en-US" altLang="en-US" sz="2100"/>
              <a:t>The advantage of the theoretical approach is that it doesn't depend on the computer used, nor the programming language, nor the skill of the programmer.</a:t>
            </a:r>
          </a:p>
          <a:p>
            <a:pPr eaLnBrk="1" hangingPunct="1">
              <a:spcBef>
                <a:spcPct val="0"/>
              </a:spcBef>
              <a:buFontTx/>
              <a:buNone/>
            </a:pPr>
            <a:endParaRPr lang="en-US" altLang="en-US" sz="2100"/>
          </a:p>
          <a:p>
            <a:pPr eaLnBrk="1" hangingPunct="1">
              <a:spcBef>
                <a:spcPct val="0"/>
              </a:spcBef>
              <a:buFontTx/>
              <a:buNone/>
            </a:pPr>
            <a:r>
              <a:rPr lang="en-US" altLang="en-US" b="1"/>
              <a:t>Hybrid approach</a:t>
            </a:r>
          </a:p>
          <a:p>
            <a:pPr eaLnBrk="1" hangingPunct="1">
              <a:spcBef>
                <a:spcPct val="0"/>
              </a:spcBef>
              <a:buFontTx/>
              <a:buNone/>
            </a:pPr>
            <a:r>
              <a:rPr lang="en-US" altLang="en-US" sz="2100"/>
              <a:t>There is the hybrid approach where efficiency is determined theoretically, then any required numerical parameters are determined empirically for a particular program and a machine.</a:t>
            </a:r>
          </a:p>
          <a:p>
            <a:pPr eaLnBrk="1" hangingPunct="1">
              <a:spcBef>
                <a:spcPct val="0"/>
              </a:spcBef>
              <a:buFontTx/>
              <a:buNone/>
            </a:pPr>
            <a:endParaRPr lang="en-US" altLang="en-US" sz="1800"/>
          </a:p>
        </p:txBody>
      </p:sp>
      <p:sp>
        <p:nvSpPr>
          <p:cNvPr id="7171" name="Rectangle 2"/>
          <p:cNvSpPr>
            <a:spLocks noChangeArrowheads="1"/>
          </p:cNvSpPr>
          <p:nvPr/>
        </p:nvSpPr>
        <p:spPr bwMode="auto">
          <a:xfrm>
            <a:off x="2346614" y="252133"/>
            <a:ext cx="4974648" cy="407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17" tIns="41008" rIns="82017" bIns="41008">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CA" altLang="en-US" sz="2100" b="1">
                <a:solidFill>
                  <a:srgbClr val="000000"/>
                </a:solidFill>
                <a:latin typeface="Arial Bold" pitchFamily="34" charset="0"/>
                <a:cs typeface="Arial Bold" pitchFamily="34" charset="0"/>
              </a:rPr>
              <a:t>       Efficiency of Algorithms</a:t>
            </a:r>
            <a:endParaRPr lang="en-US" altLang="en-US" sz="2100"/>
          </a:p>
        </p:txBody>
      </p:sp>
    </p:spTree>
    <p:extLst>
      <p:ext uri="{BB962C8B-B14F-4D97-AF65-F5344CB8AC3E}">
        <p14:creationId xmlns:p14="http://schemas.microsoft.com/office/powerpoint/2010/main" val="400626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Box 2"/>
          <p:cNvSpPr txBox="1">
            <a:spLocks noChangeArrowheads="1"/>
          </p:cNvSpPr>
          <p:nvPr/>
        </p:nvSpPr>
        <p:spPr bwMode="auto">
          <a:xfrm>
            <a:off x="912091" y="448236"/>
            <a:ext cx="7301101" cy="105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4128"/>
              </a:lnSpc>
              <a:spcBef>
                <a:spcPct val="0"/>
              </a:spcBef>
              <a:buNone/>
            </a:pPr>
            <a:r>
              <a:rPr lang="en-CA" altLang="en-US" sz="3600" b="1">
                <a:solidFill>
                  <a:srgbClr val="000000"/>
                </a:solidFill>
                <a:latin typeface="Arial Bold" pitchFamily="34" charset="0"/>
                <a:cs typeface="Arial Bold" pitchFamily="34" charset="0"/>
              </a:rPr>
              <a:t>Average and worst-case Analysis</a:t>
            </a:r>
          </a:p>
          <a:p>
            <a:pPr>
              <a:lnSpc>
                <a:spcPts val="4128"/>
              </a:lnSpc>
              <a:spcBef>
                <a:spcPct val="0"/>
              </a:spcBef>
              <a:buNone/>
            </a:pPr>
            <a:endParaRPr lang="en-CA" altLang="en-US" sz="3600">
              <a:solidFill>
                <a:srgbClr val="000000"/>
              </a:solidFill>
            </a:endParaRPr>
          </a:p>
        </p:txBody>
      </p:sp>
      <p:sp>
        <p:nvSpPr>
          <p:cNvPr id="11268" name="TextBox 3"/>
          <p:cNvSpPr txBox="1">
            <a:spLocks noChangeArrowheads="1"/>
          </p:cNvSpPr>
          <p:nvPr/>
        </p:nvSpPr>
        <p:spPr bwMode="auto">
          <a:xfrm>
            <a:off x="496455" y="1266265"/>
            <a:ext cx="4873129"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Arial" charset="0"/>
              </a:rPr>
              <a:t>•</a:t>
            </a:r>
            <a:r>
              <a:rPr lang="en-CA" altLang="en-US" sz="2500" b="1">
                <a:solidFill>
                  <a:srgbClr val="000000"/>
                </a:solidFill>
                <a:latin typeface="Arial Bold" pitchFamily="34" charset="0"/>
                <a:cs typeface="Arial Bold" pitchFamily="34" charset="0"/>
              </a:rPr>
              <a:t>  Sorting by Insertion algorithm</a:t>
            </a:r>
          </a:p>
          <a:p>
            <a:pPr>
              <a:lnSpc>
                <a:spcPts val="2883"/>
              </a:lnSpc>
              <a:spcBef>
                <a:spcPct val="0"/>
              </a:spcBef>
              <a:buNone/>
            </a:pPr>
            <a:endParaRPr lang="en-CA" altLang="en-US" sz="2500">
              <a:solidFill>
                <a:srgbClr val="000000"/>
              </a:solidFill>
            </a:endParaRPr>
          </a:p>
        </p:txBody>
      </p:sp>
      <p:sp>
        <p:nvSpPr>
          <p:cNvPr id="11269" name="TextBox 4"/>
          <p:cNvSpPr txBox="1">
            <a:spLocks noChangeArrowheads="1"/>
          </p:cNvSpPr>
          <p:nvPr/>
        </p:nvSpPr>
        <p:spPr bwMode="auto">
          <a:xfrm>
            <a:off x="186171" y="1777534"/>
            <a:ext cx="8957829"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CA" altLang="en-US" sz="2000">
                <a:solidFill>
                  <a:srgbClr val="000000"/>
                </a:solidFill>
                <a:latin typeface="Arial" charset="0"/>
              </a:rPr>
              <a:t>-</a:t>
            </a:r>
            <a:r>
              <a:rPr lang="en-US" altLang="en-US" sz="2100"/>
              <a:t>The best case input is an array that is already sorted.  In this case insertion sort </a:t>
            </a:r>
          </a:p>
          <a:p>
            <a:pPr eaLnBrk="1" hangingPunct="1">
              <a:spcBef>
                <a:spcPct val="0"/>
              </a:spcBef>
              <a:buFontTx/>
              <a:buNone/>
            </a:pPr>
            <a:r>
              <a:rPr lang="en-US" altLang="en-US" sz="2100"/>
              <a:t>has a linear running time (i.e., </a:t>
            </a:r>
            <a:r>
              <a:rPr lang="en-US" altLang="en-US" sz="2100">
                <a:hlinkClick r:id="rId3" action="ppaction://hlinkfile" tooltip="Big Theta notation"/>
              </a:rPr>
              <a:t>Θ</a:t>
            </a:r>
            <a:r>
              <a:rPr lang="en-US" altLang="en-US" sz="2100"/>
              <a:t>(</a:t>
            </a:r>
            <a:r>
              <a:rPr lang="en-US" altLang="en-US" sz="2100" i="1"/>
              <a:t>n</a:t>
            </a:r>
            <a:r>
              <a:rPr lang="en-US" altLang="en-US" sz="2100"/>
              <a:t>)). During each iteration, the first remaining</a:t>
            </a:r>
          </a:p>
          <a:p>
            <a:pPr eaLnBrk="1" hangingPunct="1">
              <a:spcBef>
                <a:spcPct val="0"/>
              </a:spcBef>
              <a:buFontTx/>
              <a:buNone/>
            </a:pPr>
            <a:r>
              <a:rPr lang="en-US" altLang="en-US" sz="2100"/>
              <a:t> element of the input is only compared with the right-most element of the</a:t>
            </a:r>
          </a:p>
          <a:p>
            <a:pPr eaLnBrk="1" hangingPunct="1">
              <a:spcBef>
                <a:spcPct val="0"/>
              </a:spcBef>
              <a:buFontTx/>
              <a:buNone/>
            </a:pPr>
            <a:r>
              <a:rPr lang="en-US" altLang="en-US" sz="2100"/>
              <a:t> sorted subsection of the array.</a:t>
            </a:r>
          </a:p>
          <a:p>
            <a:pPr eaLnBrk="1" hangingPunct="1">
              <a:spcBef>
                <a:spcPct val="0"/>
              </a:spcBef>
              <a:buFontTx/>
              <a:buNone/>
            </a:pPr>
            <a:endParaRPr lang="en-US" altLang="en-US" sz="2100"/>
          </a:p>
          <a:p>
            <a:pPr eaLnBrk="1" hangingPunct="1">
              <a:spcBef>
                <a:spcPct val="0"/>
              </a:spcBef>
              <a:buFontTx/>
              <a:buNone/>
            </a:pPr>
            <a:r>
              <a:rPr lang="en-US" altLang="en-US" sz="2100"/>
              <a:t>The worst case input is an array sorted in reverse order. In this case every </a:t>
            </a:r>
          </a:p>
          <a:p>
            <a:pPr eaLnBrk="1" hangingPunct="1">
              <a:spcBef>
                <a:spcPct val="0"/>
              </a:spcBef>
              <a:buFontTx/>
              <a:buNone/>
            </a:pPr>
            <a:r>
              <a:rPr lang="en-US" altLang="en-US" sz="2100"/>
              <a:t>iteration of the inner loop will scan and shift the entire sorted subsection of the</a:t>
            </a:r>
          </a:p>
          <a:p>
            <a:pPr eaLnBrk="1" hangingPunct="1">
              <a:spcBef>
                <a:spcPct val="0"/>
              </a:spcBef>
              <a:buFontTx/>
              <a:buNone/>
            </a:pPr>
            <a:r>
              <a:rPr lang="en-US" altLang="en-US" sz="2100"/>
              <a:t> array before inserting the next element. For this case insertion sort has a </a:t>
            </a:r>
          </a:p>
          <a:p>
            <a:pPr eaLnBrk="1" hangingPunct="1">
              <a:spcBef>
                <a:spcPct val="0"/>
              </a:spcBef>
              <a:buFontTx/>
              <a:buNone/>
            </a:pPr>
            <a:r>
              <a:rPr lang="en-US" altLang="en-US" sz="2100"/>
              <a:t>Quadratic running time (i.e., O(</a:t>
            </a:r>
            <a:r>
              <a:rPr lang="en-US" altLang="en-US" sz="2100" i="1"/>
              <a:t>n</a:t>
            </a:r>
            <a:r>
              <a:rPr lang="en-US" altLang="en-US" sz="2100" baseline="30000"/>
              <a:t>2</a:t>
            </a:r>
            <a:r>
              <a:rPr lang="en-US" altLang="en-US" sz="2100"/>
              <a:t>)).</a:t>
            </a:r>
          </a:p>
          <a:p>
            <a:pPr eaLnBrk="1" hangingPunct="1">
              <a:spcBef>
                <a:spcPct val="0"/>
              </a:spcBef>
              <a:buFontTx/>
              <a:buNone/>
            </a:pPr>
            <a:endParaRPr lang="en-US" altLang="en-US" sz="2100"/>
          </a:p>
          <a:p>
            <a:pPr eaLnBrk="1" hangingPunct="1">
              <a:spcBef>
                <a:spcPct val="0"/>
              </a:spcBef>
              <a:buFontTx/>
              <a:buNone/>
            </a:pPr>
            <a:r>
              <a:rPr lang="en-US" altLang="en-US" sz="2100"/>
              <a:t>The average case is also quadratic, which makes insertion sort not</a:t>
            </a:r>
          </a:p>
          <a:p>
            <a:pPr eaLnBrk="1" hangingPunct="1">
              <a:spcBef>
                <a:spcPct val="0"/>
              </a:spcBef>
              <a:buFontTx/>
              <a:buNone/>
            </a:pPr>
            <a:r>
              <a:rPr lang="en-US" altLang="en-US" sz="2100"/>
              <a:t> practical for sorting large arrays.  </a:t>
            </a:r>
            <a:endParaRPr lang="en-CA" altLang="en-US" sz="2100">
              <a:solidFill>
                <a:srgbClr val="000000"/>
              </a:solidFill>
            </a:endParaRPr>
          </a:p>
        </p:txBody>
      </p:sp>
      <p:sp>
        <p:nvSpPr>
          <p:cNvPr id="11270" name="TextBox 5"/>
          <p:cNvSpPr txBox="1">
            <a:spLocks noChangeArrowheads="1"/>
          </p:cNvSpPr>
          <p:nvPr/>
        </p:nvSpPr>
        <p:spPr bwMode="auto">
          <a:xfrm>
            <a:off x="1016000" y="2767853"/>
            <a:ext cx="70532"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277813" algn="l"/>
              </a:tabLst>
              <a:defRPr sz="3200">
                <a:solidFill>
                  <a:schemeClr val="tx1"/>
                </a:solidFill>
                <a:latin typeface="Calibri" pitchFamily="34" charset="0"/>
              </a:defRPr>
            </a:lvl1pPr>
            <a:lvl2pPr marL="742950" indent="-285750">
              <a:spcBef>
                <a:spcPct val="20000"/>
              </a:spcBef>
              <a:buFont typeface="Arial" charset="0"/>
              <a:buChar char="–"/>
              <a:tabLst>
                <a:tab pos="277813" algn="l"/>
              </a:tabLst>
              <a:defRPr sz="2800">
                <a:solidFill>
                  <a:schemeClr val="tx1"/>
                </a:solidFill>
                <a:latin typeface="Calibri" pitchFamily="34" charset="0"/>
              </a:defRPr>
            </a:lvl2pPr>
            <a:lvl3pPr marL="1143000" indent="-228600">
              <a:spcBef>
                <a:spcPct val="20000"/>
              </a:spcBef>
              <a:buFont typeface="Arial" charset="0"/>
              <a:buChar char="•"/>
              <a:tabLst>
                <a:tab pos="277813" algn="l"/>
              </a:tabLst>
              <a:defRPr sz="2300">
                <a:solidFill>
                  <a:schemeClr val="tx1"/>
                </a:solidFill>
                <a:latin typeface="Calibri" pitchFamily="34" charset="0"/>
              </a:defRPr>
            </a:lvl3pPr>
            <a:lvl4pPr marL="1600200" indent="-228600">
              <a:spcBef>
                <a:spcPct val="20000"/>
              </a:spcBef>
              <a:buFont typeface="Arial" charset="0"/>
              <a:buChar char="–"/>
              <a:tabLst>
                <a:tab pos="277813" algn="l"/>
              </a:tabLst>
              <a:defRPr sz="2000">
                <a:solidFill>
                  <a:schemeClr val="tx1"/>
                </a:solidFill>
                <a:latin typeface="Calibri" pitchFamily="34" charset="0"/>
              </a:defRPr>
            </a:lvl4pPr>
            <a:lvl5pPr marL="2057400" indent="-228600">
              <a:spcBef>
                <a:spcPct val="20000"/>
              </a:spcBef>
              <a:buFont typeface="Arial" charset="0"/>
              <a:buChar char="»"/>
              <a:tabLst>
                <a:tab pos="2778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9pPr>
          </a:lstStyle>
          <a:p>
            <a:pPr>
              <a:lnSpc>
                <a:spcPts val="2602"/>
              </a:lnSpc>
              <a:spcBef>
                <a:spcPct val="0"/>
              </a:spcBef>
              <a:buNone/>
            </a:pPr>
            <a:r>
              <a:rPr lang="en-CA" altLang="en-US" sz="2000">
                <a:solidFill>
                  <a:srgbClr val="000000"/>
                </a:solidFill>
                <a:latin typeface="Arial" charset="0"/>
              </a:rPr>
              <a:t> </a:t>
            </a:r>
            <a:endParaRPr lang="en-CA" altLang="en-US" sz="2000">
              <a:solidFill>
                <a:srgbClr val="000000"/>
              </a:solidFill>
            </a:endParaRPr>
          </a:p>
        </p:txBody>
      </p:sp>
      <p:sp>
        <p:nvSpPr>
          <p:cNvPr id="11271" name="TextBox 6"/>
          <p:cNvSpPr txBox="1">
            <a:spLocks noChangeArrowheads="1"/>
          </p:cNvSpPr>
          <p:nvPr/>
        </p:nvSpPr>
        <p:spPr bwMode="auto">
          <a:xfrm>
            <a:off x="1016001" y="3429000"/>
            <a:ext cx="22602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277813" algn="l"/>
              </a:tabLst>
              <a:defRPr sz="3200">
                <a:solidFill>
                  <a:schemeClr val="tx1"/>
                </a:solidFill>
                <a:latin typeface="Calibri" pitchFamily="34" charset="0"/>
              </a:defRPr>
            </a:lvl1pPr>
            <a:lvl2pPr marL="742950" indent="-285750">
              <a:spcBef>
                <a:spcPct val="20000"/>
              </a:spcBef>
              <a:buFont typeface="Arial" charset="0"/>
              <a:buChar char="–"/>
              <a:tabLst>
                <a:tab pos="277813" algn="l"/>
              </a:tabLst>
              <a:defRPr sz="2800">
                <a:solidFill>
                  <a:schemeClr val="tx1"/>
                </a:solidFill>
                <a:latin typeface="Calibri" pitchFamily="34" charset="0"/>
              </a:defRPr>
            </a:lvl2pPr>
            <a:lvl3pPr marL="1143000" indent="-228600">
              <a:spcBef>
                <a:spcPct val="20000"/>
              </a:spcBef>
              <a:buFont typeface="Arial" charset="0"/>
              <a:buChar char="•"/>
              <a:tabLst>
                <a:tab pos="277813" algn="l"/>
              </a:tabLst>
              <a:defRPr sz="2300">
                <a:solidFill>
                  <a:schemeClr val="tx1"/>
                </a:solidFill>
                <a:latin typeface="Calibri" pitchFamily="34" charset="0"/>
              </a:defRPr>
            </a:lvl3pPr>
            <a:lvl4pPr marL="1600200" indent="-228600">
              <a:spcBef>
                <a:spcPct val="20000"/>
              </a:spcBef>
              <a:buFont typeface="Arial" charset="0"/>
              <a:buChar char="–"/>
              <a:tabLst>
                <a:tab pos="277813" algn="l"/>
              </a:tabLst>
              <a:defRPr sz="2000">
                <a:solidFill>
                  <a:schemeClr val="tx1"/>
                </a:solidFill>
                <a:latin typeface="Calibri" pitchFamily="34" charset="0"/>
              </a:defRPr>
            </a:lvl4pPr>
            <a:lvl5pPr marL="2057400" indent="-228600">
              <a:spcBef>
                <a:spcPct val="20000"/>
              </a:spcBef>
              <a:buFont typeface="Arial" charset="0"/>
              <a:buChar char="»"/>
              <a:tabLst>
                <a:tab pos="2778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9pPr>
          </a:lstStyle>
          <a:p>
            <a:pPr>
              <a:lnSpc>
                <a:spcPts val="3051"/>
              </a:lnSpc>
              <a:spcBef>
                <a:spcPct val="0"/>
              </a:spcBef>
              <a:buNone/>
            </a:pPr>
            <a:r>
              <a:rPr lang="en-CA" altLang="en-US" sz="2000">
                <a:solidFill>
                  <a:srgbClr val="000000"/>
                </a:solidFill>
                <a:latin typeface="Arial" charset="0"/>
              </a:rPr>
              <a:t>-  </a:t>
            </a:r>
            <a:endParaRPr lang="en-CA" altLang="en-US" sz="2000">
              <a:solidFill>
                <a:srgbClr val="000000"/>
              </a:solidFill>
            </a:endParaRPr>
          </a:p>
        </p:txBody>
      </p:sp>
      <p:sp>
        <p:nvSpPr>
          <p:cNvPr id="11272" name="TextBox 7"/>
          <p:cNvSpPr txBox="1">
            <a:spLocks noChangeArrowheads="1"/>
          </p:cNvSpPr>
          <p:nvPr/>
        </p:nvSpPr>
        <p:spPr bwMode="auto">
          <a:xfrm>
            <a:off x="1016000" y="4235824"/>
            <a:ext cx="70532"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277813" algn="l"/>
              </a:tabLst>
              <a:defRPr sz="3200">
                <a:solidFill>
                  <a:schemeClr val="tx1"/>
                </a:solidFill>
                <a:latin typeface="Calibri" pitchFamily="34" charset="0"/>
              </a:defRPr>
            </a:lvl1pPr>
            <a:lvl2pPr marL="742950" indent="-285750">
              <a:spcBef>
                <a:spcPct val="20000"/>
              </a:spcBef>
              <a:buFont typeface="Arial" charset="0"/>
              <a:buChar char="–"/>
              <a:tabLst>
                <a:tab pos="277813" algn="l"/>
              </a:tabLst>
              <a:defRPr sz="2800">
                <a:solidFill>
                  <a:schemeClr val="tx1"/>
                </a:solidFill>
                <a:latin typeface="Calibri" pitchFamily="34" charset="0"/>
              </a:defRPr>
            </a:lvl2pPr>
            <a:lvl3pPr marL="1143000" indent="-228600">
              <a:spcBef>
                <a:spcPct val="20000"/>
              </a:spcBef>
              <a:buFont typeface="Arial" charset="0"/>
              <a:buChar char="•"/>
              <a:tabLst>
                <a:tab pos="277813" algn="l"/>
              </a:tabLst>
              <a:defRPr sz="2300">
                <a:solidFill>
                  <a:schemeClr val="tx1"/>
                </a:solidFill>
                <a:latin typeface="Calibri" pitchFamily="34" charset="0"/>
              </a:defRPr>
            </a:lvl3pPr>
            <a:lvl4pPr marL="1600200" indent="-228600">
              <a:spcBef>
                <a:spcPct val="20000"/>
              </a:spcBef>
              <a:buFont typeface="Arial" charset="0"/>
              <a:buChar char="–"/>
              <a:tabLst>
                <a:tab pos="277813" algn="l"/>
              </a:tabLst>
              <a:defRPr sz="2000">
                <a:solidFill>
                  <a:schemeClr val="tx1"/>
                </a:solidFill>
                <a:latin typeface="Calibri" pitchFamily="34" charset="0"/>
              </a:defRPr>
            </a:lvl4pPr>
            <a:lvl5pPr marL="2057400" indent="-228600">
              <a:spcBef>
                <a:spcPct val="20000"/>
              </a:spcBef>
              <a:buFont typeface="Arial" charset="0"/>
              <a:buChar char="»"/>
              <a:tabLst>
                <a:tab pos="2778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9pPr>
          </a:lstStyle>
          <a:p>
            <a:pPr>
              <a:lnSpc>
                <a:spcPts val="2154"/>
              </a:lnSpc>
              <a:spcBef>
                <a:spcPct val="0"/>
              </a:spcBef>
              <a:buNone/>
            </a:pPr>
            <a:r>
              <a:rPr lang="en-CA" altLang="en-US" sz="2000">
                <a:solidFill>
                  <a:srgbClr val="000000"/>
                </a:solidFill>
                <a:latin typeface="Arial" charset="0"/>
              </a:rPr>
              <a:t> </a:t>
            </a:r>
          </a:p>
          <a:p>
            <a:pPr>
              <a:lnSpc>
                <a:spcPts val="2154"/>
              </a:lnSpc>
              <a:spcBef>
                <a:spcPct val="0"/>
              </a:spcBef>
              <a:buNone/>
            </a:pPr>
            <a:endParaRPr lang="en-CA" altLang="en-US" sz="2000">
              <a:solidFill>
                <a:srgbClr val="000000"/>
              </a:solidFill>
            </a:endParaRPr>
          </a:p>
        </p:txBody>
      </p:sp>
      <p:sp>
        <p:nvSpPr>
          <p:cNvPr id="11273" name="TextBox 8"/>
          <p:cNvSpPr txBox="1">
            <a:spLocks noChangeArrowheads="1"/>
          </p:cNvSpPr>
          <p:nvPr/>
        </p:nvSpPr>
        <p:spPr bwMode="auto">
          <a:xfrm>
            <a:off x="1037648" y="5969934"/>
            <a:ext cx="6791614" cy="565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charset="0"/>
              <a:buChar char="•"/>
              <a:tabLst>
                <a:tab pos="3084513" algn="l"/>
              </a:tabLst>
              <a:defRPr sz="3200">
                <a:solidFill>
                  <a:schemeClr val="tx1"/>
                </a:solidFill>
                <a:latin typeface="Calibri" pitchFamily="34" charset="0"/>
              </a:defRPr>
            </a:lvl1pPr>
            <a:lvl2pPr marL="742950" indent="-285750">
              <a:spcBef>
                <a:spcPct val="20000"/>
              </a:spcBef>
              <a:buFont typeface="Arial" charset="0"/>
              <a:buChar char="–"/>
              <a:tabLst>
                <a:tab pos="3084513" algn="l"/>
              </a:tabLst>
              <a:defRPr sz="2800">
                <a:solidFill>
                  <a:schemeClr val="tx1"/>
                </a:solidFill>
                <a:latin typeface="Calibri" pitchFamily="34" charset="0"/>
              </a:defRPr>
            </a:lvl2pPr>
            <a:lvl3pPr marL="1143000" indent="-228600">
              <a:spcBef>
                <a:spcPct val="20000"/>
              </a:spcBef>
              <a:buFont typeface="Arial" charset="0"/>
              <a:buChar char="•"/>
              <a:tabLst>
                <a:tab pos="3084513" algn="l"/>
              </a:tabLst>
              <a:defRPr sz="2300">
                <a:solidFill>
                  <a:schemeClr val="tx1"/>
                </a:solidFill>
                <a:latin typeface="Calibri" pitchFamily="34" charset="0"/>
              </a:defRPr>
            </a:lvl3pPr>
            <a:lvl4pPr marL="1600200" indent="-228600">
              <a:spcBef>
                <a:spcPct val="20000"/>
              </a:spcBef>
              <a:buFont typeface="Arial" charset="0"/>
              <a:buChar char="–"/>
              <a:tabLst>
                <a:tab pos="3084513" algn="l"/>
              </a:tabLst>
              <a:defRPr sz="2000">
                <a:solidFill>
                  <a:schemeClr val="tx1"/>
                </a:solidFill>
                <a:latin typeface="Calibri" pitchFamily="34" charset="0"/>
              </a:defRPr>
            </a:lvl4pPr>
            <a:lvl5pPr marL="2057400" indent="-228600">
              <a:spcBef>
                <a:spcPct val="20000"/>
              </a:spcBef>
              <a:buFont typeface="Arial" charset="0"/>
              <a:buChar char="»"/>
              <a:tabLst>
                <a:tab pos="30845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30845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30845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30845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3084513" algn="l"/>
              </a:tabLst>
              <a:defRPr sz="2000">
                <a:solidFill>
                  <a:schemeClr val="tx1"/>
                </a:solidFill>
                <a:latin typeface="Calibri" pitchFamily="34" charset="0"/>
              </a:defRPr>
            </a:lvl9pPr>
          </a:lstStyle>
          <a:p>
            <a:pPr>
              <a:lnSpc>
                <a:spcPts val="2244"/>
              </a:lnSpc>
              <a:spcBef>
                <a:spcPct val="0"/>
              </a:spcBef>
              <a:buNone/>
            </a:pPr>
            <a:r>
              <a:rPr lang="en-CA" altLang="en-US" sz="1800">
                <a:solidFill>
                  <a:srgbClr val="000000"/>
                </a:solidFill>
                <a:latin typeface="Arial" charset="0"/>
              </a:rPr>
              <a:t>-</a:t>
            </a:r>
            <a:r>
              <a:rPr lang="en-CA" altLang="en-US" sz="1800" b="1">
                <a:solidFill>
                  <a:srgbClr val="000000"/>
                </a:solidFill>
                <a:latin typeface="Arial Bold" pitchFamily="34" charset="0"/>
                <a:cs typeface="Arial Bold" pitchFamily="34" charset="0"/>
              </a:rPr>
              <a:t> </a:t>
            </a:r>
            <a:r>
              <a:rPr lang="en-CA" altLang="en-US" sz="1800">
                <a:solidFill>
                  <a:srgbClr val="000000"/>
                </a:solidFill>
                <a:latin typeface="Arial Bold" pitchFamily="34" charset="0"/>
                <a:cs typeface="Arial Bold" pitchFamily="34" charset="0"/>
              </a:rPr>
              <a:t> </a:t>
            </a:r>
            <a:endParaRPr lang="en-CA" altLang="en-US" sz="1600">
              <a:solidFill>
                <a:srgbClr val="000000"/>
              </a:solidFill>
              <a:latin typeface="Arial Bold Italic" pitchFamily="34" charset="0"/>
              <a:cs typeface="Arial Bold Italic" pitchFamily="34" charset="0"/>
            </a:endParaRPr>
          </a:p>
          <a:p>
            <a:pPr>
              <a:lnSpc>
                <a:spcPts val="2244"/>
              </a:lnSpc>
              <a:spcBef>
                <a:spcPct val="0"/>
              </a:spcBef>
              <a:buNone/>
            </a:pPr>
            <a:endParaRPr lang="en-CA" altLang="en-US" sz="1600">
              <a:solidFill>
                <a:srgbClr val="000000"/>
              </a:solidFill>
            </a:endParaRPr>
          </a:p>
        </p:txBody>
      </p:sp>
      <p:sp>
        <p:nvSpPr>
          <p:cNvPr id="11274" name="TextBox 9"/>
          <p:cNvSpPr txBox="1">
            <a:spLocks noChangeArrowheads="1"/>
          </p:cNvSpPr>
          <p:nvPr/>
        </p:nvSpPr>
        <p:spPr bwMode="auto">
          <a:xfrm>
            <a:off x="1016001" y="5513294"/>
            <a:ext cx="141064" cy="66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277813" algn="l"/>
              </a:tabLst>
              <a:defRPr sz="3200">
                <a:solidFill>
                  <a:schemeClr val="tx1"/>
                </a:solidFill>
                <a:latin typeface="Calibri" pitchFamily="34" charset="0"/>
              </a:defRPr>
            </a:lvl1pPr>
            <a:lvl2pPr marL="742950" indent="-285750">
              <a:spcBef>
                <a:spcPct val="20000"/>
              </a:spcBef>
              <a:buFont typeface="Arial" charset="0"/>
              <a:buChar char="–"/>
              <a:tabLst>
                <a:tab pos="277813" algn="l"/>
              </a:tabLst>
              <a:defRPr sz="2800">
                <a:solidFill>
                  <a:schemeClr val="tx1"/>
                </a:solidFill>
                <a:latin typeface="Calibri" pitchFamily="34" charset="0"/>
              </a:defRPr>
            </a:lvl2pPr>
            <a:lvl3pPr marL="1143000" indent="-228600">
              <a:spcBef>
                <a:spcPct val="20000"/>
              </a:spcBef>
              <a:buFont typeface="Arial" charset="0"/>
              <a:buChar char="•"/>
              <a:tabLst>
                <a:tab pos="277813" algn="l"/>
              </a:tabLst>
              <a:defRPr sz="2300">
                <a:solidFill>
                  <a:schemeClr val="tx1"/>
                </a:solidFill>
                <a:latin typeface="Calibri" pitchFamily="34" charset="0"/>
              </a:defRPr>
            </a:lvl3pPr>
            <a:lvl4pPr marL="1600200" indent="-228600">
              <a:spcBef>
                <a:spcPct val="20000"/>
              </a:spcBef>
              <a:buFont typeface="Arial" charset="0"/>
              <a:buChar char="–"/>
              <a:tabLst>
                <a:tab pos="277813" algn="l"/>
              </a:tabLst>
              <a:defRPr sz="2000">
                <a:solidFill>
                  <a:schemeClr val="tx1"/>
                </a:solidFill>
                <a:latin typeface="Calibri" pitchFamily="34" charset="0"/>
              </a:defRPr>
            </a:lvl4pPr>
            <a:lvl5pPr marL="2057400" indent="-228600">
              <a:spcBef>
                <a:spcPct val="20000"/>
              </a:spcBef>
              <a:buFont typeface="Arial" charset="0"/>
              <a:buChar char="»"/>
              <a:tabLst>
                <a:tab pos="2778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277813" algn="l"/>
              </a:tabLst>
              <a:defRPr sz="2000">
                <a:solidFill>
                  <a:schemeClr val="tx1"/>
                </a:solidFill>
                <a:latin typeface="Calibri" pitchFamily="34" charset="0"/>
              </a:defRPr>
            </a:lvl9pPr>
          </a:lstStyle>
          <a:p>
            <a:pPr>
              <a:lnSpc>
                <a:spcPts val="2602"/>
              </a:lnSpc>
              <a:spcBef>
                <a:spcPct val="0"/>
              </a:spcBef>
              <a:buNone/>
            </a:pPr>
            <a:r>
              <a:rPr lang="en-CA" altLang="en-US" sz="2000">
                <a:solidFill>
                  <a:srgbClr val="000000"/>
                </a:solidFill>
                <a:latin typeface="Arial" charset="0"/>
              </a:rPr>
              <a:t>  </a:t>
            </a:r>
          </a:p>
          <a:p>
            <a:pPr>
              <a:lnSpc>
                <a:spcPts val="2602"/>
              </a:lnSpc>
              <a:spcBef>
                <a:spcPct val="0"/>
              </a:spcBef>
              <a:buNone/>
            </a:pPr>
            <a:endParaRPr lang="en-CA" altLang="en-US" sz="2000">
              <a:solidFill>
                <a:srgbClr val="000000"/>
              </a:solidFill>
            </a:endParaRPr>
          </a:p>
        </p:txBody>
      </p:sp>
    </p:spTree>
    <p:extLst>
      <p:ext uri="{BB962C8B-B14F-4D97-AF65-F5344CB8AC3E}">
        <p14:creationId xmlns:p14="http://schemas.microsoft.com/office/powerpoint/2010/main" val="1141202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ChangeArrowheads="1"/>
          </p:cNvSpPr>
          <p:nvPr/>
        </p:nvSpPr>
        <p:spPr bwMode="auto">
          <a:xfrm>
            <a:off x="2286000" y="2165537"/>
            <a:ext cx="4572000" cy="2554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a:t>Insertion sort pseudocode (recall)</a:t>
            </a:r>
          </a:p>
          <a:p>
            <a:pPr eaLnBrk="1" hangingPunct="1">
              <a:spcBef>
                <a:spcPct val="0"/>
              </a:spcBef>
              <a:buFontTx/>
              <a:buNone/>
            </a:pPr>
            <a:r>
              <a:rPr lang="en-US" altLang="en-US" sz="1600"/>
              <a:t>InsertionSort(A) **sort A[1..n] in place</a:t>
            </a:r>
          </a:p>
          <a:p>
            <a:pPr eaLnBrk="1" hangingPunct="1">
              <a:spcBef>
                <a:spcPct val="0"/>
              </a:spcBef>
              <a:buFontTx/>
              <a:buNone/>
            </a:pPr>
            <a:r>
              <a:rPr lang="pt-BR" altLang="en-US" sz="1600"/>
              <a:t>for j   2 to n do</a:t>
            </a:r>
          </a:p>
          <a:p>
            <a:pPr eaLnBrk="1" hangingPunct="1">
              <a:spcBef>
                <a:spcPct val="0"/>
              </a:spcBef>
              <a:buFontTx/>
              <a:buNone/>
            </a:pPr>
            <a:r>
              <a:rPr lang="en-US" altLang="en-US" sz="1600"/>
              <a:t>key   A[j] **insert A[j] into sorted sublist A[1..j − 1]</a:t>
            </a:r>
          </a:p>
          <a:p>
            <a:pPr eaLnBrk="1" hangingPunct="1">
              <a:spcBef>
                <a:spcPct val="0"/>
              </a:spcBef>
              <a:buFontTx/>
              <a:buNone/>
            </a:pPr>
            <a:r>
              <a:rPr lang="en-US" altLang="en-US" sz="1600"/>
              <a:t>i   j − 1</a:t>
            </a:r>
          </a:p>
          <a:p>
            <a:pPr eaLnBrk="1" hangingPunct="1">
              <a:spcBef>
                <a:spcPct val="0"/>
              </a:spcBef>
              <a:buFontTx/>
              <a:buNone/>
            </a:pPr>
            <a:r>
              <a:rPr lang="en-US" altLang="en-US" sz="1600"/>
              <a:t>while (i &gt; 0 and A[i] &gt; key) do</a:t>
            </a:r>
          </a:p>
          <a:p>
            <a:pPr eaLnBrk="1" hangingPunct="1">
              <a:spcBef>
                <a:spcPct val="0"/>
              </a:spcBef>
              <a:buFontTx/>
              <a:buNone/>
            </a:pPr>
            <a:r>
              <a:rPr lang="en-US" altLang="en-US" sz="1600"/>
              <a:t>A[i+1]   A[i]</a:t>
            </a:r>
          </a:p>
          <a:p>
            <a:pPr eaLnBrk="1" hangingPunct="1">
              <a:spcBef>
                <a:spcPct val="0"/>
              </a:spcBef>
              <a:buFontTx/>
              <a:buNone/>
            </a:pPr>
            <a:r>
              <a:rPr lang="en-US" altLang="en-US" sz="1600"/>
              <a:t>i   i − 1</a:t>
            </a:r>
          </a:p>
          <a:p>
            <a:pPr eaLnBrk="1" hangingPunct="1">
              <a:spcBef>
                <a:spcPct val="0"/>
              </a:spcBef>
              <a:buFontTx/>
              <a:buNone/>
            </a:pPr>
            <a:r>
              <a:rPr lang="en-US" altLang="en-US" sz="1600"/>
              <a:t>A[i+1]   key</a:t>
            </a:r>
          </a:p>
          <a:p>
            <a:pPr eaLnBrk="1" hangingPunct="1">
              <a:spcBef>
                <a:spcPct val="0"/>
              </a:spcBef>
              <a:buFontTx/>
              <a:buNone/>
            </a:pPr>
            <a:r>
              <a:rPr lang="en-US" altLang="en-US" sz="1600"/>
              <a:t>1</a:t>
            </a:r>
          </a:p>
        </p:txBody>
      </p:sp>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l="14859" t="24339" r="14362" b="39485"/>
          <a:stretch>
            <a:fillRect/>
          </a:stretch>
        </p:blipFill>
        <p:spPr bwMode="auto">
          <a:xfrm>
            <a:off x="251114" y="0"/>
            <a:ext cx="8490239" cy="6352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3"/>
          <p:cNvSpPr>
            <a:spLocks noChangeArrowheads="1"/>
          </p:cNvSpPr>
          <p:nvPr/>
        </p:nvSpPr>
        <p:spPr bwMode="auto">
          <a:xfrm>
            <a:off x="5095875" y="4255434"/>
            <a:ext cx="3589193" cy="25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br>
              <a:rPr lang="en-US" altLang="en-US" sz="1600"/>
            </a:br>
            <a:r>
              <a:rPr lang="en-US" altLang="en-US" sz="1600"/>
              <a:t>5 7 0 3 4 2 6 1 (0)</a:t>
            </a:r>
          </a:p>
          <a:p>
            <a:pPr eaLnBrk="1" hangingPunct="1">
              <a:spcBef>
                <a:spcPct val="0"/>
              </a:spcBef>
              <a:buFontTx/>
              <a:buNone/>
            </a:pPr>
            <a:br>
              <a:rPr lang="en-US" altLang="en-US" sz="1600"/>
            </a:br>
            <a:r>
              <a:rPr lang="en-US" altLang="en-US" sz="1600"/>
              <a:t>5 7 </a:t>
            </a:r>
            <a:r>
              <a:rPr lang="en-US" altLang="en-US" sz="1600" u="sng"/>
              <a:t>0</a:t>
            </a:r>
            <a:r>
              <a:rPr lang="en-US" altLang="en-US" sz="1600"/>
              <a:t> 3 4 2 6 1 (0)</a:t>
            </a:r>
          </a:p>
          <a:p>
            <a:pPr eaLnBrk="1" hangingPunct="1">
              <a:spcBef>
                <a:spcPct val="0"/>
              </a:spcBef>
              <a:buFontTx/>
              <a:buNone/>
            </a:pPr>
            <a:r>
              <a:rPr lang="en-US" altLang="en-US" sz="1600" b="1"/>
              <a:t>0</a:t>
            </a:r>
            <a:r>
              <a:rPr lang="en-US" altLang="en-US" sz="1600"/>
              <a:t> 5 7 </a:t>
            </a:r>
            <a:r>
              <a:rPr lang="en-US" altLang="en-US" sz="1600" u="sng"/>
              <a:t>3</a:t>
            </a:r>
            <a:r>
              <a:rPr lang="en-US" altLang="en-US" sz="1600"/>
              <a:t> 4 2 6 1 (2)</a:t>
            </a:r>
          </a:p>
          <a:p>
            <a:pPr eaLnBrk="1" hangingPunct="1">
              <a:spcBef>
                <a:spcPct val="0"/>
              </a:spcBef>
              <a:buFontTx/>
              <a:buNone/>
            </a:pPr>
            <a:r>
              <a:rPr lang="en-US" altLang="en-US" sz="1600"/>
              <a:t>0 </a:t>
            </a:r>
            <a:r>
              <a:rPr lang="en-US" altLang="en-US" sz="1600" b="1"/>
              <a:t>3</a:t>
            </a:r>
            <a:r>
              <a:rPr lang="en-US" altLang="en-US" sz="1600"/>
              <a:t> 5 7 </a:t>
            </a:r>
            <a:r>
              <a:rPr lang="en-US" altLang="en-US" sz="1600" u="sng"/>
              <a:t>4</a:t>
            </a:r>
            <a:r>
              <a:rPr lang="en-US" altLang="en-US" sz="1600"/>
              <a:t> 2 6 1 (2)</a:t>
            </a:r>
          </a:p>
          <a:p>
            <a:pPr eaLnBrk="1" hangingPunct="1">
              <a:spcBef>
                <a:spcPct val="0"/>
              </a:spcBef>
              <a:buFontTx/>
              <a:buNone/>
            </a:pPr>
            <a:r>
              <a:rPr lang="en-US" altLang="en-US" sz="1600"/>
              <a:t>0 3 </a:t>
            </a:r>
            <a:r>
              <a:rPr lang="en-US" altLang="en-US" sz="1600" b="1"/>
              <a:t>4</a:t>
            </a:r>
            <a:r>
              <a:rPr lang="en-US" altLang="en-US" sz="1600"/>
              <a:t> 5 7 </a:t>
            </a:r>
            <a:r>
              <a:rPr lang="en-US" altLang="en-US" sz="1600" u="sng"/>
              <a:t>2</a:t>
            </a:r>
            <a:r>
              <a:rPr lang="en-US" altLang="en-US" sz="1600"/>
              <a:t> 6 1 (2)</a:t>
            </a:r>
          </a:p>
          <a:p>
            <a:pPr eaLnBrk="1" hangingPunct="1">
              <a:spcBef>
                <a:spcPct val="0"/>
              </a:spcBef>
              <a:buFontTx/>
              <a:buNone/>
            </a:pPr>
            <a:r>
              <a:rPr lang="en-US" altLang="en-US" sz="1600"/>
              <a:t>0 </a:t>
            </a:r>
            <a:r>
              <a:rPr lang="en-US" altLang="en-US" sz="1600" b="1"/>
              <a:t>2</a:t>
            </a:r>
            <a:r>
              <a:rPr lang="en-US" altLang="en-US" sz="1600"/>
              <a:t> 3 4 5 7 </a:t>
            </a:r>
            <a:r>
              <a:rPr lang="en-US" altLang="en-US" sz="1600" u="sng"/>
              <a:t>6</a:t>
            </a:r>
            <a:r>
              <a:rPr lang="en-US" altLang="en-US" sz="1600"/>
              <a:t> 1 (4)</a:t>
            </a:r>
          </a:p>
          <a:p>
            <a:pPr eaLnBrk="1" hangingPunct="1">
              <a:spcBef>
                <a:spcPct val="0"/>
              </a:spcBef>
              <a:buFontTx/>
              <a:buNone/>
            </a:pPr>
            <a:r>
              <a:rPr lang="en-US" altLang="en-US" sz="1600"/>
              <a:t>0 2 3 4 5 </a:t>
            </a:r>
            <a:r>
              <a:rPr lang="en-US" altLang="en-US" sz="1600" b="1"/>
              <a:t>6</a:t>
            </a:r>
            <a:r>
              <a:rPr lang="en-US" altLang="en-US" sz="1600"/>
              <a:t> 7 </a:t>
            </a:r>
            <a:r>
              <a:rPr lang="en-US" altLang="en-US" sz="1600" u="sng"/>
              <a:t>1</a:t>
            </a:r>
            <a:r>
              <a:rPr lang="en-US" altLang="en-US" sz="1600"/>
              <a:t> (1)</a:t>
            </a:r>
          </a:p>
          <a:p>
            <a:pPr eaLnBrk="1" hangingPunct="1">
              <a:spcBef>
                <a:spcPct val="0"/>
              </a:spcBef>
              <a:buFontTx/>
              <a:buNone/>
            </a:pPr>
            <a:r>
              <a:rPr lang="en-US" altLang="en-US" sz="1600"/>
              <a:t>0 </a:t>
            </a:r>
            <a:r>
              <a:rPr lang="en-US" altLang="en-US" sz="1600" b="1"/>
              <a:t>1</a:t>
            </a:r>
            <a:r>
              <a:rPr lang="en-US" altLang="en-US" sz="1600"/>
              <a:t> 2 3 4 5 6 7 (6)</a:t>
            </a:r>
          </a:p>
        </p:txBody>
      </p:sp>
    </p:spTree>
    <p:extLst>
      <p:ext uri="{BB962C8B-B14F-4D97-AF65-F5344CB8AC3E}">
        <p14:creationId xmlns:p14="http://schemas.microsoft.com/office/powerpoint/2010/main" val="195068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l="12994" t="23602" r="13770" b="10692"/>
          <a:stretch>
            <a:fillRect/>
          </a:stretch>
        </p:blipFill>
        <p:spPr bwMode="auto">
          <a:xfrm>
            <a:off x="0" y="379600"/>
            <a:ext cx="8116455" cy="565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3793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l="17128" t="18434" r="25581" b="31364"/>
          <a:stretch>
            <a:fillRect/>
          </a:stretch>
        </p:blipFill>
        <p:spPr bwMode="auto">
          <a:xfrm>
            <a:off x="578717" y="1204633"/>
            <a:ext cx="8117897" cy="4258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2"/>
          <p:cNvSpPr txBox="1">
            <a:spLocks noChangeArrowheads="1"/>
          </p:cNvSpPr>
          <p:nvPr/>
        </p:nvSpPr>
        <p:spPr bwMode="auto">
          <a:xfrm>
            <a:off x="1954069" y="124666"/>
            <a:ext cx="4713432" cy="747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4300"/>
              <a:t>Quick Analysis</a:t>
            </a:r>
          </a:p>
        </p:txBody>
      </p:sp>
      <p:sp>
        <p:nvSpPr>
          <p:cNvPr id="15364" name="Rectangle 3"/>
          <p:cNvSpPr>
            <a:spLocks noChangeArrowheads="1"/>
          </p:cNvSpPr>
          <p:nvPr/>
        </p:nvSpPr>
        <p:spPr bwMode="auto">
          <a:xfrm>
            <a:off x="971262" y="5462868"/>
            <a:ext cx="5433579" cy="46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500"/>
              <a:t>Quadratic running time (i.e., O(</a:t>
            </a:r>
            <a:r>
              <a:rPr lang="en-US" altLang="en-US" sz="2500" i="1"/>
              <a:t>n</a:t>
            </a:r>
            <a:r>
              <a:rPr lang="en-US" altLang="en-US" sz="2500" baseline="30000"/>
              <a:t>2</a:t>
            </a:r>
            <a:r>
              <a:rPr lang="en-US" altLang="en-US" sz="2500"/>
              <a:t>))</a:t>
            </a:r>
          </a:p>
        </p:txBody>
      </p:sp>
    </p:spTree>
    <p:extLst>
      <p:ext uri="{BB962C8B-B14F-4D97-AF65-F5344CB8AC3E}">
        <p14:creationId xmlns:p14="http://schemas.microsoft.com/office/powerpoint/2010/main" val="267403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2"/>
          <p:cNvSpPr txBox="1">
            <a:spLocks noChangeArrowheads="1"/>
          </p:cNvSpPr>
          <p:nvPr/>
        </p:nvSpPr>
        <p:spPr bwMode="auto">
          <a:xfrm>
            <a:off x="3602182" y="313765"/>
            <a:ext cx="1936428" cy="105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4128"/>
              </a:lnSpc>
              <a:spcBef>
                <a:spcPct val="0"/>
              </a:spcBef>
              <a:buNone/>
            </a:pPr>
            <a:r>
              <a:rPr lang="en-CA" altLang="en-US" sz="3600" b="1">
                <a:solidFill>
                  <a:srgbClr val="000000"/>
                </a:solidFill>
                <a:latin typeface="Times New Roman Bold" pitchFamily="18" charset="0"/>
                <a:cs typeface="Times New Roman Bold" pitchFamily="18" charset="0"/>
              </a:rPr>
              <a:t>Shell Sort</a:t>
            </a:r>
          </a:p>
          <a:p>
            <a:pPr>
              <a:lnSpc>
                <a:spcPts val="4128"/>
              </a:lnSpc>
              <a:spcBef>
                <a:spcPct val="0"/>
              </a:spcBef>
              <a:buNone/>
            </a:pPr>
            <a:endParaRPr lang="en-CA" altLang="en-US" sz="3600">
              <a:solidFill>
                <a:srgbClr val="000000"/>
              </a:solidFill>
            </a:endParaRPr>
          </a:p>
        </p:txBody>
      </p:sp>
      <p:sp>
        <p:nvSpPr>
          <p:cNvPr id="17412" name="TextBox 3"/>
          <p:cNvSpPr txBox="1">
            <a:spLocks noChangeArrowheads="1"/>
          </p:cNvSpPr>
          <p:nvPr/>
        </p:nvSpPr>
        <p:spPr bwMode="auto">
          <a:xfrm>
            <a:off x="496455" y="851647"/>
            <a:ext cx="945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13" name="TextBox 4"/>
          <p:cNvSpPr txBox="1">
            <a:spLocks noChangeArrowheads="1"/>
          </p:cNvSpPr>
          <p:nvPr/>
        </p:nvSpPr>
        <p:spPr bwMode="auto">
          <a:xfrm>
            <a:off x="808182" y="851647"/>
            <a:ext cx="754052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Uses insertion sort on periodic subsequences of the input to produce a</a:t>
            </a:r>
          </a:p>
          <a:p>
            <a:pPr>
              <a:lnSpc>
                <a:spcPts val="2378"/>
              </a:lnSpc>
              <a:spcBef>
                <a:spcPct val="0"/>
              </a:spcBef>
              <a:buNone/>
            </a:pPr>
            <a:endParaRPr lang="en-US" altLang="en-US" sz="1600"/>
          </a:p>
        </p:txBody>
      </p:sp>
      <p:sp>
        <p:nvSpPr>
          <p:cNvPr id="17414" name="TextBox 5"/>
          <p:cNvSpPr txBox="1">
            <a:spLocks noChangeArrowheads="1"/>
          </p:cNvSpPr>
          <p:nvPr/>
        </p:nvSpPr>
        <p:spPr bwMode="auto">
          <a:xfrm>
            <a:off x="808183" y="1098177"/>
            <a:ext cx="2600071"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96"/>
              </a:lnSpc>
              <a:spcBef>
                <a:spcPct val="0"/>
              </a:spcBef>
              <a:buNone/>
            </a:pPr>
            <a:r>
              <a:rPr lang="en-CA" altLang="en-US" sz="2100">
                <a:solidFill>
                  <a:srgbClr val="000000"/>
                </a:solidFill>
                <a:latin typeface="Times New Roman" pitchFamily="18" charset="0"/>
                <a:cs typeface="Times New Roman" pitchFamily="18" charset="0"/>
              </a:rPr>
              <a:t>faster sorting algorithm.</a:t>
            </a:r>
          </a:p>
          <a:p>
            <a:pPr>
              <a:lnSpc>
                <a:spcPts val="1896"/>
              </a:lnSpc>
              <a:spcBef>
                <a:spcPct val="0"/>
              </a:spcBef>
              <a:buNone/>
            </a:pPr>
            <a:endParaRPr lang="en-US" altLang="en-US" sz="1600"/>
          </a:p>
        </p:txBody>
      </p:sp>
      <p:sp>
        <p:nvSpPr>
          <p:cNvPr id="17415" name="TextBox 6"/>
          <p:cNvSpPr txBox="1">
            <a:spLocks noChangeArrowheads="1"/>
          </p:cNvSpPr>
          <p:nvPr/>
        </p:nvSpPr>
        <p:spPr bwMode="auto">
          <a:xfrm>
            <a:off x="496455" y="1411941"/>
            <a:ext cx="945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16" name="TextBox 7"/>
          <p:cNvSpPr txBox="1">
            <a:spLocks noChangeArrowheads="1"/>
          </p:cNvSpPr>
          <p:nvPr/>
        </p:nvSpPr>
        <p:spPr bwMode="auto">
          <a:xfrm>
            <a:off x="808182" y="1411941"/>
            <a:ext cx="448680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Algorithm sorts an array with n elements.</a:t>
            </a:r>
          </a:p>
          <a:p>
            <a:pPr>
              <a:lnSpc>
                <a:spcPts val="2378"/>
              </a:lnSpc>
              <a:spcBef>
                <a:spcPct val="0"/>
              </a:spcBef>
              <a:buNone/>
            </a:pPr>
            <a:endParaRPr lang="en-US" altLang="en-US" sz="1600"/>
          </a:p>
        </p:txBody>
      </p:sp>
      <p:sp>
        <p:nvSpPr>
          <p:cNvPr id="17417" name="TextBox 8"/>
          <p:cNvSpPr txBox="1">
            <a:spLocks noChangeArrowheads="1"/>
          </p:cNvSpPr>
          <p:nvPr/>
        </p:nvSpPr>
        <p:spPr bwMode="auto">
          <a:xfrm>
            <a:off x="496455" y="1714500"/>
            <a:ext cx="945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18" name="TextBox 9"/>
          <p:cNvSpPr txBox="1">
            <a:spLocks noChangeArrowheads="1"/>
          </p:cNvSpPr>
          <p:nvPr/>
        </p:nvSpPr>
        <p:spPr bwMode="auto">
          <a:xfrm>
            <a:off x="808182" y="1714500"/>
            <a:ext cx="78803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The subsequences to be sorted are determined by increments (h</a:t>
            </a:r>
            <a:r>
              <a:rPr lang="en-CA" altLang="en-US" sz="1300">
                <a:solidFill>
                  <a:srgbClr val="000000"/>
                </a:solidFill>
                <a:latin typeface="Times New Roman" pitchFamily="18" charset="0"/>
                <a:cs typeface="Times New Roman" pitchFamily="18" charset="0"/>
              </a:rPr>
              <a:t>t</a:t>
            </a:r>
            <a:r>
              <a:rPr lang="en-CA" altLang="en-US" sz="2100">
                <a:solidFill>
                  <a:srgbClr val="000000"/>
                </a:solidFill>
                <a:latin typeface="Times New Roman" pitchFamily="18" charset="0"/>
                <a:cs typeface="Times New Roman" pitchFamily="18" charset="0"/>
              </a:rPr>
              <a:t>, h</a:t>
            </a:r>
            <a:r>
              <a:rPr lang="en-CA" altLang="en-US" sz="1300">
                <a:solidFill>
                  <a:srgbClr val="000000"/>
                </a:solidFill>
                <a:latin typeface="Times New Roman" pitchFamily="18" charset="0"/>
                <a:cs typeface="Times New Roman" pitchFamily="18" charset="0"/>
              </a:rPr>
              <a:t>t-1</a:t>
            </a: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19" name="TextBox 10"/>
          <p:cNvSpPr txBox="1">
            <a:spLocks noChangeArrowheads="1"/>
          </p:cNvSpPr>
          <p:nvPr/>
        </p:nvSpPr>
        <p:spPr bwMode="auto">
          <a:xfrm>
            <a:off x="808182" y="1961030"/>
            <a:ext cx="37510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96"/>
              </a:lnSpc>
              <a:spcBef>
                <a:spcPct val="0"/>
              </a:spcBef>
              <a:buNone/>
            </a:pPr>
            <a:r>
              <a:rPr lang="en-CA" altLang="en-US" sz="2100">
                <a:solidFill>
                  <a:srgbClr val="000000"/>
                </a:solidFill>
                <a:latin typeface="Times New Roman" pitchFamily="18" charset="0"/>
                <a:cs typeface="Times New Roman" pitchFamily="18" charset="0"/>
              </a:rPr>
              <a:t>h</a:t>
            </a:r>
            <a:r>
              <a:rPr lang="en-CA" altLang="en-US" sz="1300">
                <a:solidFill>
                  <a:srgbClr val="000000"/>
                </a:solidFill>
                <a:latin typeface="Times New Roman" pitchFamily="18" charset="0"/>
                <a:cs typeface="Times New Roman" pitchFamily="18" charset="0"/>
              </a:rPr>
              <a:t>1</a:t>
            </a:r>
            <a:r>
              <a:rPr lang="en-CA" altLang="en-US" sz="2100">
                <a:solidFill>
                  <a:srgbClr val="000000"/>
                </a:solidFill>
                <a:latin typeface="Times New Roman" pitchFamily="18" charset="0"/>
                <a:cs typeface="Times New Roman" pitchFamily="18" charset="0"/>
              </a:rPr>
              <a:t>).</a:t>
            </a:r>
          </a:p>
          <a:p>
            <a:pPr>
              <a:lnSpc>
                <a:spcPts val="1896"/>
              </a:lnSpc>
              <a:spcBef>
                <a:spcPct val="0"/>
              </a:spcBef>
              <a:buNone/>
            </a:pPr>
            <a:endParaRPr lang="en-US" altLang="en-US" sz="1600"/>
          </a:p>
        </p:txBody>
      </p:sp>
      <p:sp>
        <p:nvSpPr>
          <p:cNvPr id="17420" name="TextBox 11"/>
          <p:cNvSpPr txBox="1">
            <a:spLocks noChangeArrowheads="1"/>
          </p:cNvSpPr>
          <p:nvPr/>
        </p:nvSpPr>
        <p:spPr bwMode="auto">
          <a:xfrm>
            <a:off x="496455" y="2274794"/>
            <a:ext cx="945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21" name="TextBox 12"/>
          <p:cNvSpPr txBox="1">
            <a:spLocks noChangeArrowheads="1"/>
          </p:cNvSpPr>
          <p:nvPr/>
        </p:nvSpPr>
        <p:spPr bwMode="auto">
          <a:xfrm>
            <a:off x="808182" y="2274794"/>
            <a:ext cx="770082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The number of subsequences are obtained by the number of increments</a:t>
            </a:r>
          </a:p>
          <a:p>
            <a:pPr>
              <a:lnSpc>
                <a:spcPts val="2378"/>
              </a:lnSpc>
              <a:spcBef>
                <a:spcPct val="0"/>
              </a:spcBef>
              <a:buNone/>
            </a:pPr>
            <a:endParaRPr lang="en-US" altLang="en-US" sz="1600"/>
          </a:p>
        </p:txBody>
      </p:sp>
      <p:sp>
        <p:nvSpPr>
          <p:cNvPr id="17422" name="TextBox 13"/>
          <p:cNvSpPr txBox="1">
            <a:spLocks noChangeArrowheads="1"/>
          </p:cNvSpPr>
          <p:nvPr/>
        </p:nvSpPr>
        <p:spPr bwMode="auto">
          <a:xfrm>
            <a:off x="808182" y="2521324"/>
            <a:ext cx="113813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96"/>
              </a:lnSpc>
              <a:spcBef>
                <a:spcPct val="0"/>
              </a:spcBef>
              <a:buNone/>
            </a:pPr>
            <a:r>
              <a:rPr lang="en-CA" altLang="en-US" sz="2100">
                <a:solidFill>
                  <a:srgbClr val="000000"/>
                </a:solidFill>
                <a:latin typeface="Times New Roman" pitchFamily="18" charset="0"/>
                <a:cs typeface="Times New Roman" pitchFamily="18" charset="0"/>
              </a:rPr>
              <a:t>(h values).</a:t>
            </a:r>
          </a:p>
          <a:p>
            <a:pPr>
              <a:lnSpc>
                <a:spcPts val="1896"/>
              </a:lnSpc>
              <a:spcBef>
                <a:spcPct val="0"/>
              </a:spcBef>
              <a:buNone/>
            </a:pPr>
            <a:endParaRPr lang="en-US" altLang="en-US" sz="1600"/>
          </a:p>
        </p:txBody>
      </p:sp>
      <p:sp>
        <p:nvSpPr>
          <p:cNvPr id="17423" name="TextBox 14"/>
          <p:cNvSpPr txBox="1">
            <a:spLocks noChangeArrowheads="1"/>
          </p:cNvSpPr>
          <p:nvPr/>
        </p:nvSpPr>
        <p:spPr bwMode="auto">
          <a:xfrm>
            <a:off x="496455" y="2846294"/>
            <a:ext cx="784541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341313" algn="l"/>
              </a:tabLst>
              <a:defRPr sz="3200">
                <a:solidFill>
                  <a:schemeClr val="tx1"/>
                </a:solidFill>
                <a:latin typeface="Calibri" pitchFamily="34" charset="0"/>
              </a:defRPr>
            </a:lvl1pPr>
            <a:lvl2pPr marL="742950" indent="-285750">
              <a:spcBef>
                <a:spcPct val="20000"/>
              </a:spcBef>
              <a:buFont typeface="Arial" charset="0"/>
              <a:buChar char="–"/>
              <a:tabLst>
                <a:tab pos="341313" algn="l"/>
              </a:tabLst>
              <a:defRPr sz="2800">
                <a:solidFill>
                  <a:schemeClr val="tx1"/>
                </a:solidFill>
                <a:latin typeface="Calibri" pitchFamily="34" charset="0"/>
              </a:defRPr>
            </a:lvl2pPr>
            <a:lvl3pPr marL="1143000" indent="-228600">
              <a:spcBef>
                <a:spcPct val="20000"/>
              </a:spcBef>
              <a:buFont typeface="Arial" charset="0"/>
              <a:buChar char="•"/>
              <a:tabLst>
                <a:tab pos="341313" algn="l"/>
              </a:tabLst>
              <a:defRPr sz="2300">
                <a:solidFill>
                  <a:schemeClr val="tx1"/>
                </a:solidFill>
                <a:latin typeface="Calibri" pitchFamily="34" charset="0"/>
              </a:defRPr>
            </a:lvl3pPr>
            <a:lvl4pPr marL="1600200" indent="-228600">
              <a:spcBef>
                <a:spcPct val="20000"/>
              </a:spcBef>
              <a:buFont typeface="Arial" charset="0"/>
              <a:buChar char="–"/>
              <a:tabLst>
                <a:tab pos="341313" algn="l"/>
              </a:tabLst>
              <a:defRPr sz="2000">
                <a:solidFill>
                  <a:schemeClr val="tx1"/>
                </a:solidFill>
                <a:latin typeface="Calibri" pitchFamily="34" charset="0"/>
              </a:defRPr>
            </a:lvl4pPr>
            <a:lvl5pPr marL="2057400" indent="-228600">
              <a:spcBef>
                <a:spcPct val="20000"/>
              </a:spcBef>
              <a:buFont typeface="Arial" charset="0"/>
              <a:buChar char="»"/>
              <a:tabLst>
                <a:tab pos="3413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	Provides better performance due the fact that when the last passes are</a:t>
            </a:r>
          </a:p>
          <a:p>
            <a:pPr>
              <a:lnSpc>
                <a:spcPts val="2378"/>
              </a:lnSpc>
              <a:spcBef>
                <a:spcPct val="0"/>
              </a:spcBef>
              <a:buNone/>
            </a:pPr>
            <a:endParaRPr lang="en-CA" altLang="en-US" sz="2100">
              <a:solidFill>
                <a:srgbClr val="000000"/>
              </a:solidFill>
            </a:endParaRPr>
          </a:p>
        </p:txBody>
      </p:sp>
      <p:sp>
        <p:nvSpPr>
          <p:cNvPr id="17424" name="TextBox 15"/>
          <p:cNvSpPr txBox="1">
            <a:spLocks noChangeArrowheads="1"/>
          </p:cNvSpPr>
          <p:nvPr/>
        </p:nvSpPr>
        <p:spPr bwMode="auto">
          <a:xfrm>
            <a:off x="808182" y="3137647"/>
            <a:ext cx="77777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974"/>
              </a:lnSpc>
              <a:spcBef>
                <a:spcPct val="0"/>
              </a:spcBef>
              <a:buNone/>
            </a:pPr>
            <a:r>
              <a:rPr lang="en-CA" altLang="en-US" sz="2100">
                <a:solidFill>
                  <a:srgbClr val="000000"/>
                </a:solidFill>
                <a:latin typeface="Times New Roman" pitchFamily="18" charset="0"/>
                <a:cs typeface="Times New Roman" pitchFamily="18" charset="0"/>
              </a:rPr>
              <a:t>made using small increments, few elements will be out of order because</a:t>
            </a:r>
            <a:br>
              <a:rPr lang="en-CA" altLang="en-US" sz="2100">
                <a:solidFill>
                  <a:srgbClr val="000000"/>
                </a:solidFill>
                <a:latin typeface="Times New Roman" pitchFamily="18" charset="0"/>
              </a:rPr>
            </a:br>
            <a:r>
              <a:rPr lang="en-CA" altLang="en-US" sz="2100">
                <a:solidFill>
                  <a:srgbClr val="000000"/>
                </a:solidFill>
                <a:latin typeface="Times New Roman" pitchFamily="18" charset="0"/>
                <a:cs typeface="Times New Roman" pitchFamily="18" charset="0"/>
              </a:rPr>
              <a:t>of all the work that was done in earlier passes.</a:t>
            </a:r>
          </a:p>
          <a:p>
            <a:pPr>
              <a:lnSpc>
                <a:spcPts val="1974"/>
              </a:lnSpc>
              <a:spcBef>
                <a:spcPct val="0"/>
              </a:spcBef>
              <a:buNone/>
            </a:pPr>
            <a:endParaRPr lang="en-CA" altLang="en-US" sz="2100">
              <a:solidFill>
                <a:srgbClr val="000000"/>
              </a:solidFill>
            </a:endParaRPr>
          </a:p>
        </p:txBody>
      </p:sp>
      <p:sp>
        <p:nvSpPr>
          <p:cNvPr id="17425" name="TextBox 16"/>
          <p:cNvSpPr txBox="1">
            <a:spLocks noChangeArrowheads="1"/>
          </p:cNvSpPr>
          <p:nvPr/>
        </p:nvSpPr>
        <p:spPr bwMode="auto">
          <a:xfrm>
            <a:off x="496455" y="3653118"/>
            <a:ext cx="748955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341313" algn="l"/>
              </a:tabLst>
              <a:defRPr sz="3200">
                <a:solidFill>
                  <a:schemeClr val="tx1"/>
                </a:solidFill>
                <a:latin typeface="Calibri" pitchFamily="34" charset="0"/>
              </a:defRPr>
            </a:lvl1pPr>
            <a:lvl2pPr marL="742950" indent="-285750">
              <a:spcBef>
                <a:spcPct val="20000"/>
              </a:spcBef>
              <a:buFont typeface="Arial" charset="0"/>
              <a:buChar char="–"/>
              <a:tabLst>
                <a:tab pos="341313" algn="l"/>
              </a:tabLst>
              <a:defRPr sz="2800">
                <a:solidFill>
                  <a:schemeClr val="tx1"/>
                </a:solidFill>
                <a:latin typeface="Calibri" pitchFamily="34" charset="0"/>
              </a:defRPr>
            </a:lvl2pPr>
            <a:lvl3pPr marL="1143000" indent="-228600">
              <a:spcBef>
                <a:spcPct val="20000"/>
              </a:spcBef>
              <a:buFont typeface="Arial" charset="0"/>
              <a:buChar char="•"/>
              <a:tabLst>
                <a:tab pos="341313" algn="l"/>
              </a:tabLst>
              <a:defRPr sz="2300">
                <a:solidFill>
                  <a:schemeClr val="tx1"/>
                </a:solidFill>
                <a:latin typeface="Calibri" pitchFamily="34" charset="0"/>
              </a:defRPr>
            </a:lvl3pPr>
            <a:lvl4pPr marL="1600200" indent="-228600">
              <a:spcBef>
                <a:spcPct val="20000"/>
              </a:spcBef>
              <a:buFont typeface="Arial" charset="0"/>
              <a:buChar char="–"/>
              <a:tabLst>
                <a:tab pos="341313" algn="l"/>
              </a:tabLst>
              <a:defRPr sz="2000">
                <a:solidFill>
                  <a:schemeClr val="tx1"/>
                </a:solidFill>
                <a:latin typeface="Calibri" pitchFamily="34" charset="0"/>
              </a:defRPr>
            </a:lvl4pPr>
            <a:lvl5pPr marL="2057400" indent="-228600">
              <a:spcBef>
                <a:spcPct val="20000"/>
              </a:spcBef>
              <a:buFont typeface="Arial" charset="0"/>
              <a:buChar char="»"/>
              <a:tabLst>
                <a:tab pos="3413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341313" algn="l"/>
              </a:tabLst>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	The number of comparisons done by Shell sort is a function of the</a:t>
            </a:r>
          </a:p>
          <a:p>
            <a:pPr>
              <a:lnSpc>
                <a:spcPts val="2378"/>
              </a:lnSpc>
              <a:spcBef>
                <a:spcPct val="0"/>
              </a:spcBef>
              <a:buNone/>
            </a:pPr>
            <a:endParaRPr lang="en-CA" altLang="en-US" sz="2100">
              <a:solidFill>
                <a:srgbClr val="000000"/>
              </a:solidFill>
            </a:endParaRPr>
          </a:p>
        </p:txBody>
      </p:sp>
      <p:sp>
        <p:nvSpPr>
          <p:cNvPr id="17426" name="TextBox 17"/>
          <p:cNvSpPr txBox="1">
            <a:spLocks noChangeArrowheads="1"/>
          </p:cNvSpPr>
          <p:nvPr/>
        </p:nvSpPr>
        <p:spPr bwMode="auto">
          <a:xfrm>
            <a:off x="808182" y="3944471"/>
            <a:ext cx="697626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974"/>
              </a:lnSpc>
              <a:spcBef>
                <a:spcPct val="0"/>
              </a:spcBef>
              <a:buNone/>
            </a:pPr>
            <a:r>
              <a:rPr lang="en-CA" altLang="en-US" sz="2100">
                <a:solidFill>
                  <a:srgbClr val="000000"/>
                </a:solidFill>
                <a:latin typeface="Times New Roman" pitchFamily="18" charset="0"/>
                <a:cs typeface="Times New Roman" pitchFamily="18" charset="0"/>
              </a:rPr>
              <a:t>sequence of increments used so a complete analysis is extremely</a:t>
            </a:r>
            <a:br>
              <a:rPr lang="en-CA" altLang="en-US" sz="2100">
                <a:solidFill>
                  <a:srgbClr val="000000"/>
                </a:solidFill>
                <a:latin typeface="Times New Roman" pitchFamily="18" charset="0"/>
              </a:rPr>
            </a:br>
            <a:r>
              <a:rPr lang="en-CA" altLang="en-US" sz="2100">
                <a:solidFill>
                  <a:srgbClr val="000000"/>
                </a:solidFill>
                <a:latin typeface="Times New Roman" pitchFamily="18" charset="0"/>
                <a:cs typeface="Times New Roman" pitchFamily="18" charset="0"/>
              </a:rPr>
              <a:t>difficult.</a:t>
            </a:r>
          </a:p>
          <a:p>
            <a:pPr>
              <a:lnSpc>
                <a:spcPts val="1974"/>
              </a:lnSpc>
              <a:spcBef>
                <a:spcPct val="0"/>
              </a:spcBef>
              <a:buNone/>
            </a:pPr>
            <a:endParaRPr lang="en-CA" altLang="en-US" sz="2100">
              <a:solidFill>
                <a:srgbClr val="000000"/>
              </a:solidFill>
            </a:endParaRPr>
          </a:p>
        </p:txBody>
      </p:sp>
      <p:sp>
        <p:nvSpPr>
          <p:cNvPr id="17427" name="TextBox 18"/>
          <p:cNvSpPr txBox="1">
            <a:spLocks noChangeArrowheads="1"/>
          </p:cNvSpPr>
          <p:nvPr/>
        </p:nvSpPr>
        <p:spPr bwMode="auto">
          <a:xfrm>
            <a:off x="496455" y="4448735"/>
            <a:ext cx="945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28" name="TextBox 19"/>
          <p:cNvSpPr txBox="1">
            <a:spLocks noChangeArrowheads="1"/>
          </p:cNvSpPr>
          <p:nvPr/>
        </p:nvSpPr>
        <p:spPr bwMode="auto">
          <a:xfrm>
            <a:off x="808182" y="4448735"/>
            <a:ext cx="698909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It has been shown that the best choice of h is approximately 1.72</a:t>
            </a:r>
          </a:p>
          <a:p>
            <a:pPr>
              <a:lnSpc>
                <a:spcPts val="2378"/>
              </a:lnSpc>
              <a:spcBef>
                <a:spcPct val="0"/>
              </a:spcBef>
              <a:buNone/>
            </a:pPr>
            <a:endParaRPr lang="en-US" altLang="en-US" sz="1600"/>
          </a:p>
        </p:txBody>
      </p:sp>
      <p:sp>
        <p:nvSpPr>
          <p:cNvPr id="17429" name="TextBox 20"/>
          <p:cNvSpPr txBox="1">
            <a:spLocks noChangeArrowheads="1"/>
          </p:cNvSpPr>
          <p:nvPr/>
        </p:nvSpPr>
        <p:spPr bwMode="auto">
          <a:xfrm>
            <a:off x="7885546" y="4448735"/>
            <a:ext cx="34304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1300">
                <a:solidFill>
                  <a:srgbClr val="000000"/>
                </a:solidFill>
                <a:latin typeface="Times New Roman" pitchFamily="18" charset="0"/>
                <a:cs typeface="Times New Roman" pitchFamily="18" charset="0"/>
              </a:rPr>
              <a:t>3   </a:t>
            </a:r>
            <a:r>
              <a:rPr lang="en-CA" altLang="en-US" sz="2100">
                <a:solidFill>
                  <a:srgbClr val="000000"/>
                </a:solidFill>
                <a:latin typeface="Times New Roman" pitchFamily="18" charset="0"/>
                <a:cs typeface="Times New Roman" pitchFamily="18" charset="0"/>
              </a:rPr>
              <a:t>n</a:t>
            </a:r>
          </a:p>
          <a:p>
            <a:pPr>
              <a:lnSpc>
                <a:spcPts val="2378"/>
              </a:lnSpc>
              <a:spcBef>
                <a:spcPct val="0"/>
              </a:spcBef>
              <a:buNone/>
            </a:pPr>
            <a:endParaRPr lang="en-US" altLang="en-US" sz="1600"/>
          </a:p>
        </p:txBody>
      </p:sp>
      <p:sp>
        <p:nvSpPr>
          <p:cNvPr id="17430" name="TextBox 21"/>
          <p:cNvSpPr txBox="1">
            <a:spLocks noChangeArrowheads="1"/>
          </p:cNvSpPr>
          <p:nvPr/>
        </p:nvSpPr>
        <p:spPr bwMode="auto">
          <a:xfrm>
            <a:off x="808182" y="4695265"/>
            <a:ext cx="733213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96"/>
              </a:lnSpc>
              <a:spcBef>
                <a:spcPct val="0"/>
              </a:spcBef>
              <a:buNone/>
            </a:pPr>
            <a:r>
              <a:rPr lang="en-CA" altLang="en-US" sz="2100">
                <a:solidFill>
                  <a:srgbClr val="000000"/>
                </a:solidFill>
                <a:latin typeface="Times New Roman" pitchFamily="18" charset="0"/>
                <a:cs typeface="Times New Roman" pitchFamily="18" charset="0"/>
              </a:rPr>
              <a:t>and with this choice the average running time is proportional to n</a:t>
            </a:r>
            <a:r>
              <a:rPr lang="en-CA" altLang="en-US" sz="1300">
                <a:solidFill>
                  <a:srgbClr val="000000"/>
                </a:solidFill>
                <a:latin typeface="Times New Roman" pitchFamily="18" charset="0"/>
                <a:cs typeface="Times New Roman" pitchFamily="18" charset="0"/>
              </a:rPr>
              <a:t>5/3</a:t>
            </a:r>
            <a:r>
              <a:rPr lang="en-CA" altLang="en-US" sz="2100">
                <a:solidFill>
                  <a:srgbClr val="000000"/>
                </a:solidFill>
                <a:latin typeface="Times New Roman" pitchFamily="18" charset="0"/>
                <a:cs typeface="Times New Roman" pitchFamily="18" charset="0"/>
              </a:rPr>
              <a:t>.</a:t>
            </a:r>
          </a:p>
          <a:p>
            <a:pPr>
              <a:lnSpc>
                <a:spcPts val="1896"/>
              </a:lnSpc>
              <a:spcBef>
                <a:spcPct val="0"/>
              </a:spcBef>
              <a:buNone/>
            </a:pPr>
            <a:endParaRPr lang="en-US" altLang="en-US" sz="1600"/>
          </a:p>
        </p:txBody>
      </p:sp>
      <p:sp>
        <p:nvSpPr>
          <p:cNvPr id="17431" name="TextBox 22"/>
          <p:cNvSpPr txBox="1">
            <a:spLocks noChangeArrowheads="1"/>
          </p:cNvSpPr>
          <p:nvPr/>
        </p:nvSpPr>
        <p:spPr bwMode="auto">
          <a:xfrm>
            <a:off x="7100454" y="5199530"/>
            <a:ext cx="83356"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548"/>
              </a:lnSpc>
              <a:spcBef>
                <a:spcPct val="0"/>
              </a:spcBef>
              <a:buNone/>
            </a:pPr>
            <a:r>
              <a:rPr lang="en-CA" altLang="en-US" sz="1300">
                <a:solidFill>
                  <a:srgbClr val="000000"/>
                </a:solidFill>
                <a:latin typeface="Times New Roman" pitchFamily="18" charset="0"/>
                <a:cs typeface="Times New Roman" pitchFamily="18" charset="0"/>
              </a:rPr>
              <a:t>3</a:t>
            </a:r>
          </a:p>
          <a:p>
            <a:pPr>
              <a:lnSpc>
                <a:spcPts val="1548"/>
              </a:lnSpc>
              <a:spcBef>
                <a:spcPct val="0"/>
              </a:spcBef>
              <a:buNone/>
            </a:pPr>
            <a:endParaRPr lang="en-US" altLang="en-US" sz="1600"/>
          </a:p>
        </p:txBody>
      </p:sp>
      <p:sp>
        <p:nvSpPr>
          <p:cNvPr id="17432" name="TextBox 23"/>
          <p:cNvSpPr txBox="1">
            <a:spLocks noChangeArrowheads="1"/>
          </p:cNvSpPr>
          <p:nvPr/>
        </p:nvSpPr>
        <p:spPr bwMode="auto">
          <a:xfrm>
            <a:off x="496455" y="5188324"/>
            <a:ext cx="242245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2100">
                <a:solidFill>
                  <a:srgbClr val="000000"/>
                </a:solidFill>
                <a:latin typeface="Times New Roman" pitchFamily="18" charset="0"/>
                <a:cs typeface="Times New Roman" pitchFamily="18" charset="0"/>
              </a:rPr>
              <a:t>•  The Average - case :</a:t>
            </a:r>
          </a:p>
          <a:p>
            <a:pPr>
              <a:lnSpc>
                <a:spcPts val="1862"/>
              </a:lnSpc>
              <a:spcBef>
                <a:spcPct val="0"/>
              </a:spcBef>
              <a:buNone/>
            </a:pPr>
            <a:endParaRPr lang="en-US" altLang="en-US" sz="1600"/>
          </a:p>
        </p:txBody>
      </p:sp>
      <p:sp>
        <p:nvSpPr>
          <p:cNvPr id="17433" name="TextBox 24"/>
          <p:cNvSpPr txBox="1">
            <a:spLocks noChangeArrowheads="1"/>
          </p:cNvSpPr>
          <p:nvPr/>
        </p:nvSpPr>
        <p:spPr bwMode="auto">
          <a:xfrm>
            <a:off x="3821546" y="5188323"/>
            <a:ext cx="30425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C(n) = O(n</a:t>
            </a:r>
            <a:r>
              <a:rPr lang="en-CA" altLang="en-US" sz="1300" baseline="30000">
                <a:solidFill>
                  <a:srgbClr val="000000"/>
                </a:solidFill>
                <a:latin typeface="Times New Roman" pitchFamily="18" charset="0"/>
                <a:cs typeface="Times New Roman" pitchFamily="18" charset="0"/>
              </a:rPr>
              <a:t>5/3</a:t>
            </a:r>
            <a:r>
              <a:rPr lang="en-CA" altLang="en-US" sz="2100">
                <a:solidFill>
                  <a:srgbClr val="000000"/>
                </a:solidFill>
                <a:latin typeface="Times New Roman" pitchFamily="18" charset="0"/>
                <a:cs typeface="Times New Roman" pitchFamily="18" charset="0"/>
              </a:rPr>
              <a:t>) when h = 1.72</a:t>
            </a:r>
          </a:p>
          <a:p>
            <a:pPr>
              <a:lnSpc>
                <a:spcPts val="2378"/>
              </a:lnSpc>
              <a:spcBef>
                <a:spcPct val="0"/>
              </a:spcBef>
              <a:buNone/>
            </a:pPr>
            <a:endParaRPr lang="en-US" altLang="en-US" sz="1600"/>
          </a:p>
        </p:txBody>
      </p:sp>
      <p:sp>
        <p:nvSpPr>
          <p:cNvPr id="17434" name="TextBox 25"/>
          <p:cNvSpPr txBox="1">
            <a:spLocks noChangeArrowheads="1"/>
          </p:cNvSpPr>
          <p:nvPr/>
        </p:nvSpPr>
        <p:spPr bwMode="auto">
          <a:xfrm>
            <a:off x="7354455" y="5188323"/>
            <a:ext cx="13465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n</a:t>
            </a:r>
          </a:p>
          <a:p>
            <a:pPr>
              <a:lnSpc>
                <a:spcPts val="2378"/>
              </a:lnSpc>
              <a:spcBef>
                <a:spcPct val="0"/>
              </a:spcBef>
              <a:buNone/>
            </a:pPr>
            <a:endParaRPr lang="en-US" altLang="en-US" sz="1600"/>
          </a:p>
        </p:txBody>
      </p:sp>
      <p:sp>
        <p:nvSpPr>
          <p:cNvPr id="17435" name="TextBox 26"/>
          <p:cNvSpPr txBox="1">
            <a:spLocks noChangeArrowheads="1"/>
          </p:cNvSpPr>
          <p:nvPr/>
        </p:nvSpPr>
        <p:spPr bwMode="auto">
          <a:xfrm>
            <a:off x="496455" y="5502089"/>
            <a:ext cx="1998881"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2100">
                <a:solidFill>
                  <a:srgbClr val="000000"/>
                </a:solidFill>
                <a:latin typeface="Times New Roman" pitchFamily="18" charset="0"/>
                <a:cs typeface="Times New Roman" pitchFamily="18" charset="0"/>
              </a:rPr>
              <a:t>•  The worst - case</a:t>
            </a:r>
          </a:p>
          <a:p>
            <a:pPr>
              <a:lnSpc>
                <a:spcPts val="1862"/>
              </a:lnSpc>
              <a:spcBef>
                <a:spcPct val="0"/>
              </a:spcBef>
              <a:buNone/>
            </a:pPr>
            <a:endParaRPr lang="en-US" altLang="en-US" sz="1600"/>
          </a:p>
        </p:txBody>
      </p:sp>
      <p:sp>
        <p:nvSpPr>
          <p:cNvPr id="17436" name="TextBox 27"/>
          <p:cNvSpPr txBox="1">
            <a:spLocks noChangeArrowheads="1"/>
          </p:cNvSpPr>
          <p:nvPr/>
        </p:nvSpPr>
        <p:spPr bwMode="auto">
          <a:xfrm>
            <a:off x="2990273" y="5502088"/>
            <a:ext cx="7534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37" name="TextBox 28"/>
          <p:cNvSpPr txBox="1">
            <a:spLocks noChangeArrowheads="1"/>
          </p:cNvSpPr>
          <p:nvPr/>
        </p:nvSpPr>
        <p:spPr bwMode="auto">
          <a:xfrm>
            <a:off x="3821545" y="5502088"/>
            <a:ext cx="261930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C(n) = O(n</a:t>
            </a:r>
            <a:r>
              <a:rPr lang="en-CA" altLang="en-US" sz="1300" baseline="30000">
                <a:solidFill>
                  <a:srgbClr val="000000"/>
                </a:solidFill>
                <a:latin typeface="Times New Roman" pitchFamily="18" charset="0"/>
                <a:cs typeface="Times New Roman" pitchFamily="18" charset="0"/>
              </a:rPr>
              <a:t>2</a:t>
            </a:r>
            <a:r>
              <a:rPr lang="en-CA" altLang="en-US" sz="2100">
                <a:solidFill>
                  <a:srgbClr val="000000"/>
                </a:solidFill>
                <a:latin typeface="Times New Roman" pitchFamily="18" charset="0"/>
                <a:cs typeface="Times New Roman" pitchFamily="18" charset="0"/>
              </a:rPr>
              <a:t>) when h = 1</a:t>
            </a:r>
          </a:p>
          <a:p>
            <a:pPr>
              <a:lnSpc>
                <a:spcPts val="2378"/>
              </a:lnSpc>
              <a:spcBef>
                <a:spcPct val="0"/>
              </a:spcBef>
              <a:buNone/>
            </a:pPr>
            <a:endParaRPr lang="en-US" altLang="en-US" sz="1600"/>
          </a:p>
        </p:txBody>
      </p:sp>
      <p:sp>
        <p:nvSpPr>
          <p:cNvPr id="17438" name="TextBox 29"/>
          <p:cNvSpPr txBox="1">
            <a:spLocks noChangeArrowheads="1"/>
          </p:cNvSpPr>
          <p:nvPr/>
        </p:nvSpPr>
        <p:spPr bwMode="auto">
          <a:xfrm>
            <a:off x="496455" y="5804648"/>
            <a:ext cx="1825625" cy="497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941"/>
              </a:lnSpc>
              <a:spcBef>
                <a:spcPct val="0"/>
              </a:spcBef>
              <a:buNone/>
            </a:pPr>
            <a:r>
              <a:rPr lang="en-CA" altLang="en-US" sz="2100">
                <a:solidFill>
                  <a:srgbClr val="000000"/>
                </a:solidFill>
                <a:latin typeface="Times New Roman" pitchFamily="18" charset="0"/>
                <a:cs typeface="Times New Roman" pitchFamily="18" charset="0"/>
              </a:rPr>
              <a:t>•  The best - case</a:t>
            </a:r>
          </a:p>
          <a:p>
            <a:pPr>
              <a:lnSpc>
                <a:spcPts val="1941"/>
              </a:lnSpc>
              <a:spcBef>
                <a:spcPct val="0"/>
              </a:spcBef>
              <a:buNone/>
            </a:pPr>
            <a:endParaRPr lang="en-US" altLang="en-US" sz="1600"/>
          </a:p>
        </p:txBody>
      </p:sp>
      <p:sp>
        <p:nvSpPr>
          <p:cNvPr id="17439" name="TextBox 30"/>
          <p:cNvSpPr txBox="1">
            <a:spLocks noChangeArrowheads="1"/>
          </p:cNvSpPr>
          <p:nvPr/>
        </p:nvSpPr>
        <p:spPr bwMode="auto">
          <a:xfrm>
            <a:off x="2990273" y="5804647"/>
            <a:ext cx="7534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a:t>
            </a:r>
          </a:p>
          <a:p>
            <a:pPr>
              <a:lnSpc>
                <a:spcPts val="2378"/>
              </a:lnSpc>
              <a:spcBef>
                <a:spcPct val="0"/>
              </a:spcBef>
              <a:buNone/>
            </a:pPr>
            <a:endParaRPr lang="en-US" altLang="en-US" sz="1600"/>
          </a:p>
        </p:txBody>
      </p:sp>
      <p:sp>
        <p:nvSpPr>
          <p:cNvPr id="17440" name="TextBox 31"/>
          <p:cNvSpPr txBox="1">
            <a:spLocks noChangeArrowheads="1"/>
          </p:cNvSpPr>
          <p:nvPr/>
        </p:nvSpPr>
        <p:spPr bwMode="auto">
          <a:xfrm>
            <a:off x="3821545" y="5804647"/>
            <a:ext cx="398025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378"/>
              </a:lnSpc>
              <a:spcBef>
                <a:spcPct val="0"/>
              </a:spcBef>
              <a:buNone/>
            </a:pPr>
            <a:r>
              <a:rPr lang="en-CA" altLang="en-US" sz="2100">
                <a:solidFill>
                  <a:srgbClr val="000000"/>
                </a:solidFill>
                <a:latin typeface="Times New Roman" pitchFamily="18" charset="0"/>
                <a:cs typeface="Times New Roman" pitchFamily="18" charset="0"/>
              </a:rPr>
              <a:t>C(n) = O(n (logn)</a:t>
            </a:r>
            <a:r>
              <a:rPr lang="en-CA" altLang="en-US" sz="1300">
                <a:solidFill>
                  <a:srgbClr val="000000"/>
                </a:solidFill>
                <a:latin typeface="Times New Roman" pitchFamily="18" charset="0"/>
                <a:cs typeface="Times New Roman" pitchFamily="18" charset="0"/>
              </a:rPr>
              <a:t>2</a:t>
            </a:r>
            <a:r>
              <a:rPr lang="en-CA" altLang="en-US" sz="2100">
                <a:solidFill>
                  <a:srgbClr val="000000"/>
                </a:solidFill>
                <a:latin typeface="Times New Roman" pitchFamily="18" charset="0"/>
                <a:cs typeface="Times New Roman" pitchFamily="18" charset="0"/>
              </a:rPr>
              <a:t>) if increments are</a:t>
            </a:r>
          </a:p>
          <a:p>
            <a:pPr>
              <a:lnSpc>
                <a:spcPts val="2378"/>
              </a:lnSpc>
              <a:spcBef>
                <a:spcPct val="0"/>
              </a:spcBef>
              <a:buNone/>
            </a:pPr>
            <a:endParaRPr lang="en-US" altLang="en-US" sz="1600"/>
          </a:p>
        </p:txBody>
      </p:sp>
      <p:sp>
        <p:nvSpPr>
          <p:cNvPr id="17441" name="TextBox 32"/>
          <p:cNvSpPr txBox="1">
            <a:spLocks noChangeArrowheads="1"/>
          </p:cNvSpPr>
          <p:nvPr/>
        </p:nvSpPr>
        <p:spPr bwMode="auto">
          <a:xfrm>
            <a:off x="3821545" y="6118412"/>
            <a:ext cx="361470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2100">
                <a:solidFill>
                  <a:srgbClr val="000000"/>
                </a:solidFill>
                <a:latin typeface="Times New Roman" pitchFamily="18" charset="0"/>
                <a:cs typeface="Times New Roman" pitchFamily="18" charset="0"/>
              </a:rPr>
              <a:t>carefully chosen for fairly large n</a:t>
            </a:r>
          </a:p>
          <a:p>
            <a:pPr>
              <a:lnSpc>
                <a:spcPts val="1862"/>
              </a:lnSpc>
              <a:spcBef>
                <a:spcPct val="0"/>
              </a:spcBef>
              <a:buNone/>
            </a:pPr>
            <a:endParaRPr lang="en-CA" altLang="en-US" sz="2100">
              <a:solidFill>
                <a:srgbClr val="000000"/>
              </a:solidFill>
            </a:endParaRPr>
          </a:p>
        </p:txBody>
      </p:sp>
    </p:spTree>
    <p:extLst>
      <p:ext uri="{BB962C8B-B14F-4D97-AF65-F5344CB8AC3E}">
        <p14:creationId xmlns:p14="http://schemas.microsoft.com/office/powerpoint/2010/main" val="2537674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p:txBody>
          <a:bodyPr/>
          <a:lstStyle/>
          <a:p>
            <a:pPr eaLnBrk="1" hangingPunct="1"/>
            <a:r>
              <a:rPr lang="en-US" altLang="en-US">
                <a:latin typeface="Arial" charset="0"/>
              </a:rPr>
              <a:t>                  Shellsort</a:t>
            </a:r>
          </a:p>
        </p:txBody>
      </p:sp>
      <p:sp>
        <p:nvSpPr>
          <p:cNvPr id="21507" name="Rectangle 3"/>
          <p:cNvSpPr>
            <a:spLocks noGrp="1" noRot="1" noChangeArrowheads="1"/>
          </p:cNvSpPr>
          <p:nvPr>
            <p:ph type="body" idx="1"/>
          </p:nvPr>
        </p:nvSpPr>
        <p:spPr>
          <a:xfrm>
            <a:off x="382444" y="1650066"/>
            <a:ext cx="8361795" cy="5576328"/>
          </a:xfrm>
        </p:spPr>
        <p:txBody>
          <a:bodyPr rtlCol="0">
            <a:normAutofit fontScale="92500" lnSpcReduction="10000"/>
          </a:bodyPr>
          <a:lstStyle/>
          <a:p>
            <a:pPr marL="307561" indent="-307561" defTabSz="820163">
              <a:defRPr/>
            </a:pPr>
            <a:r>
              <a:rPr lang="en-US" dirty="0"/>
              <a:t>Shell sort is also known as </a:t>
            </a:r>
            <a:r>
              <a:rPr lang="en-US" b="1" i="1" dirty="0"/>
              <a:t>diminishing increment sort</a:t>
            </a:r>
            <a:r>
              <a:rPr lang="en-US" dirty="0"/>
              <a:t>.</a:t>
            </a:r>
          </a:p>
          <a:p>
            <a:pPr marL="307561" indent="-307561" defTabSz="820163">
              <a:defRPr/>
            </a:pPr>
            <a:r>
              <a:rPr lang="en-US" dirty="0"/>
              <a:t>The distance between comparisons decreases as the sorting algorithm runs until the last phase in which adjacent elements are compared</a:t>
            </a:r>
          </a:p>
          <a:p>
            <a:pPr marL="307561" indent="-307561" defTabSz="820163">
              <a:defRPr/>
            </a:pPr>
            <a:r>
              <a:rPr lang="en-US" dirty="0"/>
              <a:t>Not stable </a:t>
            </a:r>
          </a:p>
          <a:p>
            <a:pPr marL="307561" indent="-307561" defTabSz="820163">
              <a:defRPr/>
            </a:pPr>
            <a:r>
              <a:rPr lang="en-US" dirty="0"/>
              <a:t>Advantage of </a:t>
            </a:r>
            <a:r>
              <a:rPr lang="en-US" dirty="0" err="1"/>
              <a:t>Shellsort</a:t>
            </a:r>
            <a:r>
              <a:rPr lang="en-US" dirty="0"/>
              <a:t> is that its only efficient for medium size lists. For bigger lists, the algorithm is not the best choice</a:t>
            </a:r>
          </a:p>
          <a:p>
            <a:pPr marL="307561" indent="-307561" defTabSz="820163">
              <a:defRPr/>
            </a:pPr>
            <a:r>
              <a:rPr lang="en-US" dirty="0"/>
              <a:t>5 times faster than the </a:t>
            </a:r>
            <a:r>
              <a:rPr lang="en-US" dirty="0">
                <a:hlinkClick r:id="rId2"/>
              </a:rPr>
              <a:t>bubble</a:t>
            </a:r>
            <a:r>
              <a:rPr lang="en-US" dirty="0"/>
              <a:t> sort and a little over twice as fast as the </a:t>
            </a:r>
            <a:r>
              <a:rPr lang="en-US" dirty="0">
                <a:hlinkClick r:id="rId3"/>
              </a:rPr>
              <a:t>insertion</a:t>
            </a:r>
            <a:r>
              <a:rPr lang="en-US" dirty="0"/>
              <a:t> sort, its closest competitor.  </a:t>
            </a:r>
          </a:p>
          <a:p>
            <a:pPr marL="307561" indent="-307561" defTabSz="820163">
              <a:defRPr/>
            </a:pPr>
            <a:endParaRPr lang="en-US" dirty="0"/>
          </a:p>
        </p:txBody>
      </p:sp>
    </p:spTree>
    <p:extLst>
      <p:ext uri="{BB962C8B-B14F-4D97-AF65-F5344CB8AC3E}">
        <p14:creationId xmlns:p14="http://schemas.microsoft.com/office/powerpoint/2010/main" val="939266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07">
                                            <p:txEl>
                                              <p:pRg st="3" end="3"/>
                                            </p:txEl>
                                          </p:spTgt>
                                        </p:tgtEl>
                                        <p:attrNameLst>
                                          <p:attrName>style.visibility</p:attrName>
                                        </p:attrNameLst>
                                      </p:cBhvr>
                                      <p:to>
                                        <p:strVal val="visible"/>
                                      </p:to>
                                    </p:set>
                                    <p:anim calcmode="lin" valueType="num">
                                      <p:cBhvr additive="base">
                                        <p:cTn id="25" dur="5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07">
                                            <p:txEl>
                                              <p:pRg st="4" end="4"/>
                                            </p:txEl>
                                          </p:spTgt>
                                        </p:tgtEl>
                                        <p:attrNameLst>
                                          <p:attrName>style.visibility</p:attrName>
                                        </p:attrNameLst>
                                      </p:cBhvr>
                                      <p:to>
                                        <p:strVal val="visible"/>
                                      </p:to>
                                    </p:set>
                                    <p:anim calcmode="lin" valueType="num">
                                      <p:cBhvr additive="base">
                                        <p:cTn id="31"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ChangeArrowheads="1"/>
          </p:cNvSpPr>
          <p:nvPr/>
        </p:nvSpPr>
        <p:spPr bwMode="auto">
          <a:xfrm>
            <a:off x="710045" y="1522600"/>
            <a:ext cx="8116455" cy="599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a:p>
          <a:p>
            <a:pPr eaLnBrk="1" hangingPunct="1">
              <a:spcBef>
                <a:spcPct val="0"/>
              </a:spcBef>
              <a:buFontTx/>
              <a:buNone/>
            </a:pPr>
            <a:r>
              <a:rPr lang="en-US" altLang="en-US"/>
              <a:t>Disadvantage of Shellsort is that it is a complex algorithm and its not nearly as efficient as the </a:t>
            </a:r>
            <a:r>
              <a:rPr lang="en-US" altLang="en-US">
                <a:hlinkClick r:id="rId2"/>
              </a:rPr>
              <a:t>merge</a:t>
            </a:r>
            <a:r>
              <a:rPr lang="en-US" altLang="en-US"/>
              <a:t>, </a:t>
            </a:r>
            <a:r>
              <a:rPr lang="en-US" altLang="en-US">
                <a:hlinkClick r:id="rId3"/>
              </a:rPr>
              <a:t>heap</a:t>
            </a:r>
            <a:r>
              <a:rPr lang="en-US" altLang="en-US"/>
              <a:t>, and </a:t>
            </a:r>
            <a:r>
              <a:rPr lang="en-US" altLang="en-US">
                <a:hlinkClick r:id="rId4"/>
              </a:rPr>
              <a:t>quick</a:t>
            </a:r>
            <a:r>
              <a:rPr lang="en-US" altLang="en-US"/>
              <a:t> sorts.</a:t>
            </a:r>
          </a:p>
          <a:p>
            <a:pPr eaLnBrk="1" hangingPunct="1">
              <a:spcBef>
                <a:spcPct val="0"/>
              </a:spcBef>
              <a:buFontTx/>
              <a:buNone/>
            </a:pPr>
            <a:endParaRPr lang="en-US" altLang="en-US"/>
          </a:p>
          <a:p>
            <a:pPr eaLnBrk="1" hangingPunct="1">
              <a:spcBef>
                <a:spcPct val="0"/>
              </a:spcBef>
              <a:buFontTx/>
              <a:buNone/>
            </a:pPr>
            <a:endParaRPr lang="en-US" altLang="en-US"/>
          </a:p>
          <a:p>
            <a:pPr eaLnBrk="1" hangingPunct="1">
              <a:spcBef>
                <a:spcPct val="0"/>
              </a:spcBef>
              <a:buFontTx/>
              <a:buNone/>
            </a:pPr>
            <a:r>
              <a:rPr lang="en-US" altLang="en-US"/>
              <a:t> </a:t>
            </a:r>
          </a:p>
          <a:p>
            <a:pPr eaLnBrk="1" hangingPunct="1">
              <a:spcBef>
                <a:spcPct val="0"/>
              </a:spcBef>
              <a:buFontTx/>
              <a:buNone/>
            </a:pPr>
            <a:r>
              <a:rPr lang="en-US" altLang="en-US"/>
              <a:t>The shell sort is still significantly slower than the </a:t>
            </a:r>
            <a:r>
              <a:rPr lang="en-US" altLang="en-US">
                <a:hlinkClick r:id="rId2"/>
              </a:rPr>
              <a:t>merge</a:t>
            </a:r>
            <a:r>
              <a:rPr lang="en-US" altLang="en-US"/>
              <a:t>, </a:t>
            </a:r>
            <a:r>
              <a:rPr lang="en-US" altLang="en-US">
                <a:hlinkClick r:id="rId3"/>
              </a:rPr>
              <a:t>heap</a:t>
            </a:r>
            <a:r>
              <a:rPr lang="en-US" altLang="en-US"/>
              <a:t>, and </a:t>
            </a:r>
            <a:r>
              <a:rPr lang="en-US" altLang="en-US">
                <a:hlinkClick r:id="rId4"/>
              </a:rPr>
              <a:t>quick</a:t>
            </a:r>
            <a:r>
              <a:rPr lang="en-US" altLang="en-US"/>
              <a:t> sorts, but its relatively simple algorithm makes it a good choice for sorting lists of less than 5000 items unless speed important</a:t>
            </a:r>
          </a:p>
        </p:txBody>
      </p:sp>
      <p:sp>
        <p:nvSpPr>
          <p:cNvPr id="20483" name="Rectangle 2"/>
          <p:cNvSpPr>
            <a:spLocks noChangeArrowheads="1"/>
          </p:cNvSpPr>
          <p:nvPr/>
        </p:nvSpPr>
        <p:spPr bwMode="auto">
          <a:xfrm>
            <a:off x="3394364" y="442633"/>
            <a:ext cx="2866159" cy="91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5400">
                <a:latin typeface="Arial" charset="0"/>
              </a:rPr>
              <a:t>Shellsort</a:t>
            </a:r>
            <a:endParaRPr lang="en-US" altLang="en-US" sz="5400"/>
          </a:p>
        </p:txBody>
      </p:sp>
    </p:spTree>
    <p:extLst>
      <p:ext uri="{BB962C8B-B14F-4D97-AF65-F5344CB8AC3E}">
        <p14:creationId xmlns:p14="http://schemas.microsoft.com/office/powerpoint/2010/main" val="1603592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513773" y="315166"/>
            <a:ext cx="7788853" cy="599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b="1"/>
          </a:p>
          <a:p>
            <a:pPr eaLnBrk="1" hangingPunct="1">
              <a:spcBef>
                <a:spcPct val="0"/>
              </a:spcBef>
              <a:buFontTx/>
              <a:buNone/>
            </a:pPr>
            <a:endParaRPr lang="en-US" altLang="en-US" b="1"/>
          </a:p>
          <a:p>
            <a:pPr eaLnBrk="1" hangingPunct="1">
              <a:spcBef>
                <a:spcPct val="0"/>
              </a:spcBef>
              <a:buFontTx/>
              <a:buNone/>
            </a:pPr>
            <a:endParaRPr lang="en-US" altLang="en-US" b="1"/>
          </a:p>
          <a:p>
            <a:pPr eaLnBrk="1" hangingPunct="1">
              <a:spcBef>
                <a:spcPct val="0"/>
              </a:spcBef>
              <a:buFontTx/>
              <a:buNone/>
            </a:pPr>
            <a:endParaRPr lang="en-US" altLang="en-US" b="1"/>
          </a:p>
          <a:p>
            <a:pPr eaLnBrk="1" hangingPunct="1">
              <a:spcBef>
                <a:spcPct val="0"/>
              </a:spcBef>
              <a:buFontTx/>
              <a:buNone/>
            </a:pPr>
            <a:r>
              <a:rPr lang="en-US" altLang="en-US" b="1"/>
              <a:t>                                Algorithm</a:t>
            </a:r>
          </a:p>
          <a:p>
            <a:pPr eaLnBrk="1" hangingPunct="1">
              <a:spcBef>
                <a:spcPct val="0"/>
              </a:spcBef>
              <a:buFontTx/>
              <a:buNone/>
            </a:pPr>
            <a:r>
              <a:rPr lang="en-US" altLang="en-US"/>
              <a:t>The algorithms for shell sort can be defined in two steps</a:t>
            </a:r>
          </a:p>
          <a:p>
            <a:pPr eaLnBrk="1" hangingPunct="1">
              <a:spcBef>
                <a:spcPct val="0"/>
              </a:spcBef>
              <a:buFontTx/>
              <a:buNone/>
            </a:pPr>
            <a:r>
              <a:rPr lang="en-US" altLang="en-US"/>
              <a:t>Step 1: divide the original list into smaller lists.</a:t>
            </a:r>
          </a:p>
          <a:p>
            <a:pPr eaLnBrk="1" hangingPunct="1">
              <a:spcBef>
                <a:spcPct val="0"/>
              </a:spcBef>
              <a:buFontTx/>
              <a:buNone/>
            </a:pPr>
            <a:r>
              <a:rPr lang="en-US" altLang="en-US"/>
              <a:t>Step 2: sort individual sub lists using any known sorting algorithm (like bubble sort,</a:t>
            </a:r>
          </a:p>
          <a:p>
            <a:pPr eaLnBrk="1" hangingPunct="1">
              <a:spcBef>
                <a:spcPct val="0"/>
              </a:spcBef>
              <a:buFontTx/>
              <a:buNone/>
            </a:pPr>
            <a:r>
              <a:rPr lang="fr-FR" altLang="en-US"/>
              <a:t>insertion sort, selection sort, etc).</a:t>
            </a:r>
            <a:endParaRPr lang="en-US" altLang="en-US"/>
          </a:p>
        </p:txBody>
      </p:sp>
      <p:sp>
        <p:nvSpPr>
          <p:cNvPr id="21507" name="Rectangle 2"/>
          <p:cNvSpPr>
            <a:spLocks noChangeArrowheads="1"/>
          </p:cNvSpPr>
          <p:nvPr/>
        </p:nvSpPr>
        <p:spPr bwMode="auto">
          <a:xfrm>
            <a:off x="382444" y="760600"/>
            <a:ext cx="5891068" cy="608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27" tIns="41014" rIns="82027" bIns="41014">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lnSpc>
                <a:spcPts val="4128"/>
              </a:lnSpc>
              <a:spcBef>
                <a:spcPct val="0"/>
              </a:spcBef>
              <a:buNone/>
            </a:pPr>
            <a:r>
              <a:rPr lang="en-CA" altLang="en-US" sz="3600" b="1">
                <a:solidFill>
                  <a:srgbClr val="000000"/>
                </a:solidFill>
                <a:latin typeface="Times New Roman Bold" pitchFamily="18" charset="0"/>
                <a:cs typeface="Times New Roman Bold" pitchFamily="18" charset="0"/>
              </a:rPr>
              <a:t>                       Shell Sort</a:t>
            </a:r>
          </a:p>
        </p:txBody>
      </p:sp>
    </p:spTree>
    <p:extLst>
      <p:ext uri="{BB962C8B-B14F-4D97-AF65-F5344CB8AC3E}">
        <p14:creationId xmlns:p14="http://schemas.microsoft.com/office/powerpoint/2010/main" val="186175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extBox 2"/>
          <p:cNvSpPr txBox="1">
            <a:spLocks noChangeArrowheads="1"/>
          </p:cNvSpPr>
          <p:nvPr/>
        </p:nvSpPr>
        <p:spPr bwMode="auto">
          <a:xfrm>
            <a:off x="1397000" y="784412"/>
            <a:ext cx="517930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List of numbers: 7  19  24  13  31  8  82  18  44  63  5  29</a:t>
            </a:r>
          </a:p>
          <a:p>
            <a:pPr>
              <a:lnSpc>
                <a:spcPts val="1862"/>
              </a:lnSpc>
              <a:spcBef>
                <a:spcPct val="0"/>
              </a:spcBef>
              <a:buNone/>
            </a:pPr>
            <a:endParaRPr lang="en-CA" altLang="en-US" sz="1600">
              <a:solidFill>
                <a:srgbClr val="000000"/>
              </a:solidFill>
            </a:endParaRPr>
          </a:p>
        </p:txBody>
      </p:sp>
      <p:sp>
        <p:nvSpPr>
          <p:cNvPr id="22532" name="TextBox 3"/>
          <p:cNvSpPr txBox="1">
            <a:spLocks noChangeArrowheads="1"/>
          </p:cNvSpPr>
          <p:nvPr/>
        </p:nvSpPr>
        <p:spPr bwMode="auto">
          <a:xfrm>
            <a:off x="1397000" y="1019736"/>
            <a:ext cx="78226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H = 1.72</a:t>
            </a:r>
          </a:p>
          <a:p>
            <a:pPr>
              <a:lnSpc>
                <a:spcPts val="1862"/>
              </a:lnSpc>
              <a:spcBef>
                <a:spcPct val="0"/>
              </a:spcBef>
              <a:buNone/>
            </a:pPr>
            <a:endParaRPr lang="en-CA" altLang="en-US" sz="1600">
              <a:solidFill>
                <a:srgbClr val="000000"/>
              </a:solidFill>
            </a:endParaRPr>
          </a:p>
        </p:txBody>
      </p:sp>
      <p:sp>
        <p:nvSpPr>
          <p:cNvPr id="22533" name="TextBox 4"/>
          <p:cNvSpPr txBox="1">
            <a:spLocks noChangeArrowheads="1"/>
          </p:cNvSpPr>
          <p:nvPr/>
        </p:nvSpPr>
        <p:spPr bwMode="auto">
          <a:xfrm>
            <a:off x="1050636" y="1591236"/>
            <a:ext cx="46006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H</a:t>
            </a:r>
            <a:r>
              <a:rPr lang="en-CA" altLang="en-US" sz="1100">
                <a:solidFill>
                  <a:srgbClr val="000000"/>
                </a:solidFill>
                <a:latin typeface="Arial" charset="0"/>
              </a:rPr>
              <a:t>4</a:t>
            </a:r>
            <a:r>
              <a:rPr lang="en-CA" altLang="en-US" sz="1600">
                <a:solidFill>
                  <a:srgbClr val="000000"/>
                </a:solidFill>
                <a:latin typeface="Arial" charset="0"/>
              </a:rPr>
              <a:t>=4</a:t>
            </a:r>
          </a:p>
          <a:p>
            <a:pPr>
              <a:lnSpc>
                <a:spcPts val="1862"/>
              </a:lnSpc>
              <a:spcBef>
                <a:spcPct val="0"/>
              </a:spcBef>
              <a:buNone/>
            </a:pPr>
            <a:endParaRPr lang="en-CA" altLang="en-US" sz="1500">
              <a:solidFill>
                <a:srgbClr val="000000"/>
              </a:solidFill>
            </a:endParaRPr>
          </a:p>
        </p:txBody>
      </p:sp>
      <p:sp>
        <p:nvSpPr>
          <p:cNvPr id="22534" name="TextBox 5"/>
          <p:cNvSpPr txBox="1">
            <a:spLocks noChangeArrowheads="1"/>
          </p:cNvSpPr>
          <p:nvPr/>
        </p:nvSpPr>
        <p:spPr bwMode="auto">
          <a:xfrm>
            <a:off x="2355273" y="1019736"/>
            <a:ext cx="76302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100">
                <a:solidFill>
                  <a:srgbClr val="000000"/>
                </a:solidFill>
                <a:latin typeface="Arial" charset="0"/>
              </a:rPr>
              <a:t>3</a:t>
            </a:r>
            <a:r>
              <a:rPr lang="en-CA" altLang="en-US" sz="1600">
                <a:solidFill>
                  <a:srgbClr val="000000"/>
                </a:solidFill>
                <a:latin typeface="Arial" charset="0"/>
              </a:rPr>
              <a:t> 12  ≈ 4</a:t>
            </a:r>
          </a:p>
          <a:p>
            <a:pPr>
              <a:lnSpc>
                <a:spcPts val="1862"/>
              </a:lnSpc>
              <a:spcBef>
                <a:spcPct val="0"/>
              </a:spcBef>
              <a:buNone/>
            </a:pPr>
            <a:endParaRPr lang="en-CA" altLang="en-US" sz="1600">
              <a:solidFill>
                <a:srgbClr val="000000"/>
              </a:solidFill>
            </a:endParaRPr>
          </a:p>
        </p:txBody>
      </p:sp>
      <p:sp>
        <p:nvSpPr>
          <p:cNvPr id="22535" name="TextBox 6"/>
          <p:cNvSpPr txBox="1">
            <a:spLocks noChangeArrowheads="1"/>
          </p:cNvSpPr>
          <p:nvPr/>
        </p:nvSpPr>
        <p:spPr bwMode="auto">
          <a:xfrm>
            <a:off x="2574637" y="1535206"/>
            <a:ext cx="126509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481013" algn="l"/>
                <a:tab pos="1027113" algn="l"/>
              </a:tabLst>
              <a:defRPr sz="3200">
                <a:solidFill>
                  <a:schemeClr val="tx1"/>
                </a:solidFill>
                <a:latin typeface="Calibri" pitchFamily="34" charset="0"/>
              </a:defRPr>
            </a:lvl1pPr>
            <a:lvl2pPr marL="742950" indent="-285750">
              <a:spcBef>
                <a:spcPct val="20000"/>
              </a:spcBef>
              <a:buFont typeface="Arial" charset="0"/>
              <a:buChar char="–"/>
              <a:tabLst>
                <a:tab pos="481013" algn="l"/>
                <a:tab pos="1027113" algn="l"/>
              </a:tabLst>
              <a:defRPr sz="2800">
                <a:solidFill>
                  <a:schemeClr val="tx1"/>
                </a:solidFill>
                <a:latin typeface="Calibri" pitchFamily="34" charset="0"/>
              </a:defRPr>
            </a:lvl2pPr>
            <a:lvl3pPr marL="1143000" indent="-228600">
              <a:spcBef>
                <a:spcPct val="20000"/>
              </a:spcBef>
              <a:buFont typeface="Arial" charset="0"/>
              <a:buChar char="•"/>
              <a:tabLst>
                <a:tab pos="481013" algn="l"/>
                <a:tab pos="1027113" algn="l"/>
              </a:tabLst>
              <a:defRPr sz="2300">
                <a:solidFill>
                  <a:schemeClr val="tx1"/>
                </a:solidFill>
                <a:latin typeface="Calibri" pitchFamily="34" charset="0"/>
              </a:defRPr>
            </a:lvl3pPr>
            <a:lvl4pPr marL="1600200" indent="-228600">
              <a:spcBef>
                <a:spcPct val="20000"/>
              </a:spcBef>
              <a:buFont typeface="Arial" charset="0"/>
              <a:buChar char="–"/>
              <a:tabLst>
                <a:tab pos="481013" algn="l"/>
                <a:tab pos="1027113" algn="l"/>
              </a:tabLst>
              <a:defRPr sz="2000">
                <a:solidFill>
                  <a:schemeClr val="tx1"/>
                </a:solidFill>
                <a:latin typeface="Calibri" pitchFamily="34" charset="0"/>
              </a:defRPr>
            </a:lvl4pPr>
            <a:lvl5pPr marL="2057400" indent="-228600">
              <a:spcBef>
                <a:spcPct val="20000"/>
              </a:spcBef>
              <a:buFont typeface="Arial" charset="0"/>
              <a:buChar char="»"/>
              <a:tabLst>
                <a:tab pos="481013" algn="l"/>
                <a:tab pos="10271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481013" algn="l"/>
                <a:tab pos="10271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481013" algn="l"/>
                <a:tab pos="10271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481013" algn="l"/>
                <a:tab pos="10271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481013" algn="l"/>
                <a:tab pos="10271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7	19	24</a:t>
            </a:r>
          </a:p>
          <a:p>
            <a:pPr>
              <a:lnSpc>
                <a:spcPts val="1862"/>
              </a:lnSpc>
              <a:spcBef>
                <a:spcPct val="0"/>
              </a:spcBef>
              <a:buNone/>
            </a:pPr>
            <a:endParaRPr lang="en-CA" altLang="en-US" sz="1600">
              <a:solidFill>
                <a:srgbClr val="000000"/>
              </a:solidFill>
            </a:endParaRPr>
          </a:p>
        </p:txBody>
      </p:sp>
      <p:sp>
        <p:nvSpPr>
          <p:cNvPr id="22536" name="TextBox 7"/>
          <p:cNvSpPr txBox="1">
            <a:spLocks noChangeArrowheads="1"/>
          </p:cNvSpPr>
          <p:nvPr/>
        </p:nvSpPr>
        <p:spPr bwMode="auto">
          <a:xfrm>
            <a:off x="2574637" y="1792942"/>
            <a:ext cx="114646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779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779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779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779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779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779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779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779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779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1	2	3</a:t>
            </a:r>
          </a:p>
          <a:p>
            <a:pPr>
              <a:lnSpc>
                <a:spcPts val="932"/>
              </a:lnSpc>
              <a:spcBef>
                <a:spcPct val="0"/>
              </a:spcBef>
              <a:buNone/>
            </a:pPr>
            <a:endParaRPr lang="en-CA" altLang="en-US" sz="800">
              <a:solidFill>
                <a:srgbClr val="000000"/>
              </a:solidFill>
            </a:endParaRPr>
          </a:p>
        </p:txBody>
      </p:sp>
      <p:sp>
        <p:nvSpPr>
          <p:cNvPr id="22537" name="TextBox 8"/>
          <p:cNvSpPr txBox="1">
            <a:spLocks noChangeArrowheads="1"/>
          </p:cNvSpPr>
          <p:nvPr/>
        </p:nvSpPr>
        <p:spPr bwMode="auto">
          <a:xfrm>
            <a:off x="4006273" y="1535206"/>
            <a:ext cx="188064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141413" algn="l"/>
                <a:tab pos="16367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141413" algn="l"/>
                <a:tab pos="16367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141413" algn="l"/>
                <a:tab pos="16367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141413" algn="l"/>
                <a:tab pos="16367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141413" algn="l"/>
                <a:tab pos="16367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141413" algn="l"/>
                <a:tab pos="16367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141413" algn="l"/>
                <a:tab pos="16367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141413" algn="l"/>
                <a:tab pos="16367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141413" algn="l"/>
                <a:tab pos="16367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13	31	8	82</a:t>
            </a:r>
          </a:p>
          <a:p>
            <a:pPr>
              <a:lnSpc>
                <a:spcPts val="1862"/>
              </a:lnSpc>
              <a:spcBef>
                <a:spcPct val="0"/>
              </a:spcBef>
              <a:buNone/>
            </a:pPr>
            <a:endParaRPr lang="en-CA" altLang="en-US" sz="1600">
              <a:solidFill>
                <a:srgbClr val="000000"/>
              </a:solidFill>
            </a:endParaRPr>
          </a:p>
        </p:txBody>
      </p:sp>
      <p:sp>
        <p:nvSpPr>
          <p:cNvPr id="22538" name="TextBox 9"/>
          <p:cNvSpPr txBox="1">
            <a:spLocks noChangeArrowheads="1"/>
          </p:cNvSpPr>
          <p:nvPr/>
        </p:nvSpPr>
        <p:spPr bwMode="auto">
          <a:xfrm>
            <a:off x="4052455" y="1792942"/>
            <a:ext cx="169790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906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906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906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906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906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906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906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906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90613" algn="l"/>
                <a:tab pos="16240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4	5	6	7</a:t>
            </a:r>
          </a:p>
          <a:p>
            <a:pPr>
              <a:lnSpc>
                <a:spcPts val="932"/>
              </a:lnSpc>
              <a:spcBef>
                <a:spcPct val="0"/>
              </a:spcBef>
              <a:buNone/>
            </a:pPr>
            <a:endParaRPr lang="en-CA" altLang="en-US" sz="800">
              <a:solidFill>
                <a:srgbClr val="000000"/>
              </a:solidFill>
            </a:endParaRPr>
          </a:p>
        </p:txBody>
      </p:sp>
      <p:sp>
        <p:nvSpPr>
          <p:cNvPr id="22539" name="TextBox 10"/>
          <p:cNvSpPr txBox="1">
            <a:spLocks noChangeArrowheads="1"/>
          </p:cNvSpPr>
          <p:nvPr/>
        </p:nvSpPr>
        <p:spPr bwMode="auto">
          <a:xfrm>
            <a:off x="5992092" y="1535206"/>
            <a:ext cx="241925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77913" algn="l"/>
                <a:tab pos="1674813" algn="l"/>
                <a:tab pos="21701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77913" algn="l"/>
                <a:tab pos="1674813" algn="l"/>
                <a:tab pos="21701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77913" algn="l"/>
                <a:tab pos="1674813" algn="l"/>
                <a:tab pos="21701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77913" algn="l"/>
                <a:tab pos="1674813" algn="l"/>
                <a:tab pos="21701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77913" algn="l"/>
                <a:tab pos="1674813" algn="l"/>
                <a:tab pos="21701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77913" algn="l"/>
                <a:tab pos="1674813" algn="l"/>
                <a:tab pos="21701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77913" algn="l"/>
                <a:tab pos="1674813" algn="l"/>
                <a:tab pos="21701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77913" algn="l"/>
                <a:tab pos="1674813" algn="l"/>
                <a:tab pos="21701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77913" algn="l"/>
                <a:tab pos="1674813" algn="l"/>
                <a:tab pos="21701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18	44	63	5	29</a:t>
            </a:r>
          </a:p>
          <a:p>
            <a:pPr>
              <a:lnSpc>
                <a:spcPts val="1862"/>
              </a:lnSpc>
              <a:spcBef>
                <a:spcPct val="0"/>
              </a:spcBef>
              <a:buNone/>
            </a:pPr>
            <a:endParaRPr lang="en-CA" altLang="en-US" sz="1600">
              <a:solidFill>
                <a:srgbClr val="000000"/>
              </a:solidFill>
            </a:endParaRPr>
          </a:p>
        </p:txBody>
      </p:sp>
      <p:sp>
        <p:nvSpPr>
          <p:cNvPr id="22540" name="TextBox 11"/>
          <p:cNvSpPr txBox="1">
            <a:spLocks noChangeArrowheads="1"/>
          </p:cNvSpPr>
          <p:nvPr/>
        </p:nvSpPr>
        <p:spPr bwMode="auto">
          <a:xfrm>
            <a:off x="6038273" y="1792942"/>
            <a:ext cx="225574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27113" algn="l"/>
                <a:tab pos="1573213" algn="l"/>
                <a:tab pos="21193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27113" algn="l"/>
                <a:tab pos="1573213" algn="l"/>
                <a:tab pos="21193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27113" algn="l"/>
                <a:tab pos="1573213" algn="l"/>
                <a:tab pos="21193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27113" algn="l"/>
                <a:tab pos="1573213" algn="l"/>
                <a:tab pos="21193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27113" algn="l"/>
                <a:tab pos="1573213" algn="l"/>
                <a:tab pos="21193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27113" algn="l"/>
                <a:tab pos="1573213" algn="l"/>
                <a:tab pos="21193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27113" algn="l"/>
                <a:tab pos="1573213" algn="l"/>
                <a:tab pos="21193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27113" algn="l"/>
                <a:tab pos="1573213" algn="l"/>
                <a:tab pos="21193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27113" algn="l"/>
                <a:tab pos="1573213" algn="l"/>
                <a:tab pos="21193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8	9	10	11	12</a:t>
            </a:r>
          </a:p>
          <a:p>
            <a:pPr>
              <a:lnSpc>
                <a:spcPts val="932"/>
              </a:lnSpc>
              <a:spcBef>
                <a:spcPct val="0"/>
              </a:spcBef>
              <a:buNone/>
            </a:pPr>
            <a:endParaRPr lang="en-CA" altLang="en-US" sz="800">
              <a:solidFill>
                <a:srgbClr val="000000"/>
              </a:solidFill>
            </a:endParaRPr>
          </a:p>
        </p:txBody>
      </p:sp>
      <p:sp>
        <p:nvSpPr>
          <p:cNvPr id="22541" name="TextBox 12"/>
          <p:cNvSpPr txBox="1">
            <a:spLocks noChangeArrowheads="1"/>
          </p:cNvSpPr>
          <p:nvPr/>
        </p:nvSpPr>
        <p:spPr bwMode="auto">
          <a:xfrm>
            <a:off x="1050636" y="2801471"/>
            <a:ext cx="46006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H</a:t>
            </a:r>
            <a:r>
              <a:rPr lang="en-CA" altLang="en-US" sz="1100">
                <a:solidFill>
                  <a:srgbClr val="000000"/>
                </a:solidFill>
                <a:latin typeface="Arial" charset="0"/>
              </a:rPr>
              <a:t>3</a:t>
            </a:r>
            <a:r>
              <a:rPr lang="en-CA" altLang="en-US" sz="1600">
                <a:solidFill>
                  <a:srgbClr val="000000"/>
                </a:solidFill>
                <a:latin typeface="Arial" charset="0"/>
              </a:rPr>
              <a:t>=3</a:t>
            </a:r>
          </a:p>
          <a:p>
            <a:pPr>
              <a:lnSpc>
                <a:spcPts val="1862"/>
              </a:lnSpc>
              <a:spcBef>
                <a:spcPct val="0"/>
              </a:spcBef>
              <a:buNone/>
            </a:pPr>
            <a:endParaRPr lang="en-CA" altLang="en-US" sz="1500">
              <a:solidFill>
                <a:srgbClr val="000000"/>
              </a:solidFill>
            </a:endParaRPr>
          </a:p>
        </p:txBody>
      </p:sp>
      <p:sp>
        <p:nvSpPr>
          <p:cNvPr id="22542" name="TextBox 13"/>
          <p:cNvSpPr txBox="1">
            <a:spLocks noChangeArrowheads="1"/>
          </p:cNvSpPr>
          <p:nvPr/>
        </p:nvSpPr>
        <p:spPr bwMode="auto">
          <a:xfrm>
            <a:off x="2574637" y="2700618"/>
            <a:ext cx="181652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27113" algn="l"/>
                <a:tab pos="15732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27113" algn="l"/>
                <a:tab pos="15732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27113" algn="l"/>
                <a:tab pos="15732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27113" algn="l"/>
                <a:tab pos="15732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27113" algn="l"/>
                <a:tab pos="15732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27113" algn="l"/>
                <a:tab pos="15732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27113" algn="l"/>
                <a:tab pos="15732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27113" algn="l"/>
                <a:tab pos="15732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27113" algn="l"/>
                <a:tab pos="15732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7	8	24	13</a:t>
            </a:r>
          </a:p>
          <a:p>
            <a:pPr>
              <a:lnSpc>
                <a:spcPts val="1862"/>
              </a:lnSpc>
              <a:spcBef>
                <a:spcPct val="0"/>
              </a:spcBef>
              <a:buNone/>
            </a:pPr>
            <a:endParaRPr lang="en-CA" altLang="en-US" sz="1600">
              <a:solidFill>
                <a:srgbClr val="000000"/>
              </a:solidFill>
            </a:endParaRPr>
          </a:p>
        </p:txBody>
      </p:sp>
      <p:sp>
        <p:nvSpPr>
          <p:cNvPr id="22543" name="TextBox 14"/>
          <p:cNvSpPr txBox="1">
            <a:spLocks noChangeArrowheads="1"/>
          </p:cNvSpPr>
          <p:nvPr/>
        </p:nvSpPr>
        <p:spPr bwMode="auto">
          <a:xfrm>
            <a:off x="2574637" y="2935942"/>
            <a:ext cx="169790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779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779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779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779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779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779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779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779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77913" algn="l"/>
                <a:tab pos="16240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1	2	3	4</a:t>
            </a:r>
          </a:p>
          <a:p>
            <a:pPr>
              <a:lnSpc>
                <a:spcPts val="932"/>
              </a:lnSpc>
              <a:spcBef>
                <a:spcPct val="0"/>
              </a:spcBef>
              <a:buNone/>
            </a:pPr>
            <a:endParaRPr lang="en-CA" altLang="en-US" sz="800">
              <a:solidFill>
                <a:srgbClr val="000000"/>
              </a:solidFill>
            </a:endParaRPr>
          </a:p>
        </p:txBody>
      </p:sp>
      <p:sp>
        <p:nvSpPr>
          <p:cNvPr id="22544" name="TextBox 15"/>
          <p:cNvSpPr txBox="1">
            <a:spLocks noChangeArrowheads="1"/>
          </p:cNvSpPr>
          <p:nvPr/>
        </p:nvSpPr>
        <p:spPr bwMode="auto">
          <a:xfrm>
            <a:off x="4502728" y="2700618"/>
            <a:ext cx="186781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1287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1287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1287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1287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1287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1287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1287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1287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128713" algn="l"/>
                <a:tab pos="16240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31	19	5	18</a:t>
            </a:r>
          </a:p>
          <a:p>
            <a:pPr>
              <a:lnSpc>
                <a:spcPts val="1862"/>
              </a:lnSpc>
              <a:spcBef>
                <a:spcPct val="0"/>
              </a:spcBef>
              <a:buNone/>
            </a:pPr>
            <a:endParaRPr lang="en-CA" altLang="en-US" sz="1600">
              <a:solidFill>
                <a:srgbClr val="000000"/>
              </a:solidFill>
            </a:endParaRPr>
          </a:p>
        </p:txBody>
      </p:sp>
      <p:sp>
        <p:nvSpPr>
          <p:cNvPr id="22545" name="TextBox 16"/>
          <p:cNvSpPr txBox="1">
            <a:spLocks noChangeArrowheads="1"/>
          </p:cNvSpPr>
          <p:nvPr/>
        </p:nvSpPr>
        <p:spPr bwMode="auto">
          <a:xfrm>
            <a:off x="4548910" y="2935942"/>
            <a:ext cx="169790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779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779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779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5	6	7	8</a:t>
            </a:r>
          </a:p>
          <a:p>
            <a:pPr>
              <a:lnSpc>
                <a:spcPts val="932"/>
              </a:lnSpc>
              <a:spcBef>
                <a:spcPct val="0"/>
              </a:spcBef>
              <a:buNone/>
            </a:pPr>
            <a:endParaRPr lang="en-CA" altLang="en-US" sz="800">
              <a:solidFill>
                <a:srgbClr val="000000"/>
              </a:solidFill>
            </a:endParaRPr>
          </a:p>
        </p:txBody>
      </p:sp>
      <p:sp>
        <p:nvSpPr>
          <p:cNvPr id="22546" name="TextBox 17"/>
          <p:cNvSpPr txBox="1">
            <a:spLocks noChangeArrowheads="1"/>
          </p:cNvSpPr>
          <p:nvPr/>
        </p:nvSpPr>
        <p:spPr bwMode="auto">
          <a:xfrm>
            <a:off x="6477001" y="2700618"/>
            <a:ext cx="188064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90613" algn="l"/>
                <a:tab pos="16367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90613" algn="l"/>
                <a:tab pos="16367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90613" algn="l"/>
                <a:tab pos="16367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44	63	82	29</a:t>
            </a:r>
          </a:p>
          <a:p>
            <a:pPr>
              <a:lnSpc>
                <a:spcPts val="1862"/>
              </a:lnSpc>
              <a:spcBef>
                <a:spcPct val="0"/>
              </a:spcBef>
              <a:buNone/>
            </a:pPr>
            <a:endParaRPr lang="en-CA" altLang="en-US" sz="1600">
              <a:solidFill>
                <a:srgbClr val="000000"/>
              </a:solidFill>
            </a:endParaRPr>
          </a:p>
        </p:txBody>
      </p:sp>
      <p:sp>
        <p:nvSpPr>
          <p:cNvPr id="22547" name="TextBox 18"/>
          <p:cNvSpPr txBox="1">
            <a:spLocks noChangeArrowheads="1"/>
          </p:cNvSpPr>
          <p:nvPr/>
        </p:nvSpPr>
        <p:spPr bwMode="auto">
          <a:xfrm>
            <a:off x="6523182" y="2935942"/>
            <a:ext cx="171713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493713" algn="l"/>
                <a:tab pos="1039813" algn="l"/>
                <a:tab pos="1585913" algn="l"/>
              </a:tabLst>
              <a:defRPr sz="3200">
                <a:solidFill>
                  <a:schemeClr val="tx1"/>
                </a:solidFill>
                <a:latin typeface="Calibri" pitchFamily="34" charset="0"/>
              </a:defRPr>
            </a:lvl1pPr>
            <a:lvl2pPr marL="742950" indent="-285750">
              <a:spcBef>
                <a:spcPct val="20000"/>
              </a:spcBef>
              <a:buFont typeface="Arial" charset="0"/>
              <a:buChar char="–"/>
              <a:tabLst>
                <a:tab pos="493713" algn="l"/>
                <a:tab pos="1039813" algn="l"/>
                <a:tab pos="1585913" algn="l"/>
              </a:tabLst>
              <a:defRPr sz="2800">
                <a:solidFill>
                  <a:schemeClr val="tx1"/>
                </a:solidFill>
                <a:latin typeface="Calibri" pitchFamily="34" charset="0"/>
              </a:defRPr>
            </a:lvl2pPr>
            <a:lvl3pPr marL="1143000" indent="-228600">
              <a:spcBef>
                <a:spcPct val="20000"/>
              </a:spcBef>
              <a:buFont typeface="Arial" charset="0"/>
              <a:buChar char="•"/>
              <a:tabLst>
                <a:tab pos="493713" algn="l"/>
                <a:tab pos="1039813" algn="l"/>
                <a:tab pos="1585913" algn="l"/>
              </a:tabLst>
              <a:defRPr sz="2300">
                <a:solidFill>
                  <a:schemeClr val="tx1"/>
                </a:solidFill>
                <a:latin typeface="Calibri" pitchFamily="34" charset="0"/>
              </a:defRPr>
            </a:lvl3pPr>
            <a:lvl4pPr marL="1600200" indent="-228600">
              <a:spcBef>
                <a:spcPct val="20000"/>
              </a:spcBef>
              <a:buFont typeface="Arial" charset="0"/>
              <a:buChar char="–"/>
              <a:tabLst>
                <a:tab pos="493713" algn="l"/>
                <a:tab pos="1039813" algn="l"/>
                <a:tab pos="1585913" algn="l"/>
              </a:tabLst>
              <a:defRPr sz="2000">
                <a:solidFill>
                  <a:schemeClr val="tx1"/>
                </a:solidFill>
                <a:latin typeface="Calibri" pitchFamily="34" charset="0"/>
              </a:defRPr>
            </a:lvl4pPr>
            <a:lvl5pPr marL="2057400" indent="-228600">
              <a:spcBef>
                <a:spcPct val="20000"/>
              </a:spcBef>
              <a:buFont typeface="Arial" charset="0"/>
              <a:buChar char="»"/>
              <a:tabLst>
                <a:tab pos="493713" algn="l"/>
                <a:tab pos="1039813" algn="l"/>
                <a:tab pos="15859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493713" algn="l"/>
                <a:tab pos="1039813" algn="l"/>
                <a:tab pos="15859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493713" algn="l"/>
                <a:tab pos="1039813" algn="l"/>
                <a:tab pos="15859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493713" algn="l"/>
                <a:tab pos="1039813" algn="l"/>
                <a:tab pos="15859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493713" algn="l"/>
                <a:tab pos="1039813" algn="l"/>
                <a:tab pos="1585913" algn="l"/>
              </a:tabLst>
              <a:defRPr sz="2000">
                <a:solidFill>
                  <a:schemeClr val="tx1"/>
                </a:solidFill>
                <a:latin typeface="Calibri" pitchFamily="34" charset="0"/>
              </a:defRPr>
            </a:lvl9pPr>
          </a:lstStyle>
          <a:p>
            <a:pPr>
              <a:lnSpc>
                <a:spcPts val="897"/>
              </a:lnSpc>
              <a:spcBef>
                <a:spcPct val="0"/>
              </a:spcBef>
              <a:buNone/>
            </a:pPr>
            <a:r>
              <a:rPr lang="en-CA" altLang="en-US" sz="800">
                <a:solidFill>
                  <a:srgbClr val="000000"/>
                </a:solidFill>
                <a:latin typeface="Arial" charset="0"/>
              </a:rPr>
              <a:t>9	10	11	12</a:t>
            </a:r>
          </a:p>
          <a:p>
            <a:pPr>
              <a:lnSpc>
                <a:spcPts val="932"/>
              </a:lnSpc>
              <a:spcBef>
                <a:spcPct val="0"/>
              </a:spcBef>
              <a:buNone/>
            </a:pPr>
            <a:endParaRPr lang="en-CA" altLang="en-US" sz="800">
              <a:solidFill>
                <a:srgbClr val="000000"/>
              </a:solidFill>
            </a:endParaRPr>
          </a:p>
        </p:txBody>
      </p:sp>
      <p:sp>
        <p:nvSpPr>
          <p:cNvPr id="22548" name="TextBox 19"/>
          <p:cNvSpPr txBox="1">
            <a:spLocks noChangeArrowheads="1"/>
          </p:cNvSpPr>
          <p:nvPr/>
        </p:nvSpPr>
        <p:spPr bwMode="auto">
          <a:xfrm>
            <a:off x="1050636" y="3798794"/>
            <a:ext cx="46006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H</a:t>
            </a:r>
            <a:r>
              <a:rPr lang="en-CA" altLang="en-US" sz="1100">
                <a:solidFill>
                  <a:srgbClr val="000000"/>
                </a:solidFill>
                <a:latin typeface="Arial" charset="0"/>
              </a:rPr>
              <a:t>2</a:t>
            </a:r>
            <a:r>
              <a:rPr lang="en-CA" altLang="en-US" sz="1600">
                <a:solidFill>
                  <a:srgbClr val="000000"/>
                </a:solidFill>
                <a:latin typeface="Arial" charset="0"/>
              </a:rPr>
              <a:t>=2</a:t>
            </a:r>
          </a:p>
          <a:p>
            <a:pPr>
              <a:lnSpc>
                <a:spcPts val="1862"/>
              </a:lnSpc>
              <a:spcBef>
                <a:spcPct val="0"/>
              </a:spcBef>
              <a:buNone/>
            </a:pPr>
            <a:endParaRPr lang="en-US" altLang="en-US" sz="1600"/>
          </a:p>
        </p:txBody>
      </p:sp>
      <p:sp>
        <p:nvSpPr>
          <p:cNvPr id="22549" name="TextBox 20"/>
          <p:cNvSpPr txBox="1">
            <a:spLocks noChangeArrowheads="1"/>
          </p:cNvSpPr>
          <p:nvPr/>
        </p:nvSpPr>
        <p:spPr bwMode="auto">
          <a:xfrm>
            <a:off x="2574636" y="3798794"/>
            <a:ext cx="11381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7</a:t>
            </a:r>
          </a:p>
          <a:p>
            <a:pPr>
              <a:lnSpc>
                <a:spcPts val="1862"/>
              </a:lnSpc>
              <a:spcBef>
                <a:spcPct val="0"/>
              </a:spcBef>
              <a:buNone/>
            </a:pPr>
            <a:endParaRPr lang="en-US" altLang="en-US" sz="1600"/>
          </a:p>
        </p:txBody>
      </p:sp>
      <p:sp>
        <p:nvSpPr>
          <p:cNvPr id="22550" name="TextBox 21"/>
          <p:cNvSpPr txBox="1">
            <a:spLocks noChangeArrowheads="1"/>
          </p:cNvSpPr>
          <p:nvPr/>
        </p:nvSpPr>
        <p:spPr bwMode="auto">
          <a:xfrm>
            <a:off x="3059546" y="3798794"/>
            <a:ext cx="11381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8</a:t>
            </a:r>
          </a:p>
          <a:p>
            <a:pPr>
              <a:lnSpc>
                <a:spcPts val="1862"/>
              </a:lnSpc>
              <a:spcBef>
                <a:spcPct val="0"/>
              </a:spcBef>
              <a:buNone/>
            </a:pPr>
            <a:endParaRPr lang="en-US" altLang="en-US" sz="1600"/>
          </a:p>
        </p:txBody>
      </p:sp>
      <p:sp>
        <p:nvSpPr>
          <p:cNvPr id="22551" name="TextBox 22"/>
          <p:cNvSpPr txBox="1">
            <a:spLocks noChangeArrowheads="1"/>
          </p:cNvSpPr>
          <p:nvPr/>
        </p:nvSpPr>
        <p:spPr bwMode="auto">
          <a:xfrm>
            <a:off x="3509819"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19</a:t>
            </a:r>
          </a:p>
          <a:p>
            <a:pPr>
              <a:lnSpc>
                <a:spcPts val="1862"/>
              </a:lnSpc>
              <a:spcBef>
                <a:spcPct val="0"/>
              </a:spcBef>
              <a:buNone/>
            </a:pPr>
            <a:endParaRPr lang="en-US" altLang="en-US" sz="1600"/>
          </a:p>
        </p:txBody>
      </p:sp>
      <p:sp>
        <p:nvSpPr>
          <p:cNvPr id="22552" name="TextBox 23"/>
          <p:cNvSpPr txBox="1">
            <a:spLocks noChangeArrowheads="1"/>
          </p:cNvSpPr>
          <p:nvPr/>
        </p:nvSpPr>
        <p:spPr bwMode="auto">
          <a:xfrm>
            <a:off x="4052455" y="3798794"/>
            <a:ext cx="11381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5</a:t>
            </a:r>
          </a:p>
          <a:p>
            <a:pPr>
              <a:lnSpc>
                <a:spcPts val="1862"/>
              </a:lnSpc>
              <a:spcBef>
                <a:spcPct val="0"/>
              </a:spcBef>
              <a:buNone/>
            </a:pPr>
            <a:endParaRPr lang="en-US" altLang="en-US" sz="1600"/>
          </a:p>
        </p:txBody>
      </p:sp>
      <p:sp>
        <p:nvSpPr>
          <p:cNvPr id="22553" name="TextBox 24"/>
          <p:cNvSpPr txBox="1">
            <a:spLocks noChangeArrowheads="1"/>
          </p:cNvSpPr>
          <p:nvPr/>
        </p:nvSpPr>
        <p:spPr bwMode="auto">
          <a:xfrm>
            <a:off x="4502728"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18</a:t>
            </a:r>
          </a:p>
          <a:p>
            <a:pPr>
              <a:lnSpc>
                <a:spcPts val="1862"/>
              </a:lnSpc>
              <a:spcBef>
                <a:spcPct val="0"/>
              </a:spcBef>
              <a:buNone/>
            </a:pPr>
            <a:endParaRPr lang="en-US" altLang="en-US" sz="1600"/>
          </a:p>
        </p:txBody>
      </p:sp>
      <p:sp>
        <p:nvSpPr>
          <p:cNvPr id="22554" name="TextBox 25"/>
          <p:cNvSpPr txBox="1">
            <a:spLocks noChangeArrowheads="1"/>
          </p:cNvSpPr>
          <p:nvPr/>
        </p:nvSpPr>
        <p:spPr bwMode="auto">
          <a:xfrm>
            <a:off x="4999183"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24</a:t>
            </a:r>
          </a:p>
          <a:p>
            <a:pPr>
              <a:lnSpc>
                <a:spcPts val="1862"/>
              </a:lnSpc>
              <a:spcBef>
                <a:spcPct val="0"/>
              </a:spcBef>
              <a:buNone/>
            </a:pPr>
            <a:endParaRPr lang="en-US" altLang="en-US" sz="1600"/>
          </a:p>
        </p:txBody>
      </p:sp>
      <p:sp>
        <p:nvSpPr>
          <p:cNvPr id="22555" name="TextBox 26"/>
          <p:cNvSpPr txBox="1">
            <a:spLocks noChangeArrowheads="1"/>
          </p:cNvSpPr>
          <p:nvPr/>
        </p:nvSpPr>
        <p:spPr bwMode="auto">
          <a:xfrm>
            <a:off x="5495637"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13</a:t>
            </a:r>
          </a:p>
          <a:p>
            <a:pPr>
              <a:lnSpc>
                <a:spcPts val="1862"/>
              </a:lnSpc>
              <a:spcBef>
                <a:spcPct val="0"/>
              </a:spcBef>
              <a:buNone/>
            </a:pPr>
            <a:endParaRPr lang="en-US" altLang="en-US" sz="1600"/>
          </a:p>
        </p:txBody>
      </p:sp>
      <p:sp>
        <p:nvSpPr>
          <p:cNvPr id="22556" name="TextBox 27"/>
          <p:cNvSpPr txBox="1">
            <a:spLocks noChangeArrowheads="1"/>
          </p:cNvSpPr>
          <p:nvPr/>
        </p:nvSpPr>
        <p:spPr bwMode="auto">
          <a:xfrm>
            <a:off x="5992092"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31</a:t>
            </a:r>
          </a:p>
          <a:p>
            <a:pPr>
              <a:lnSpc>
                <a:spcPts val="1862"/>
              </a:lnSpc>
              <a:spcBef>
                <a:spcPct val="0"/>
              </a:spcBef>
              <a:buNone/>
            </a:pPr>
            <a:endParaRPr lang="en-US" altLang="en-US" sz="1600"/>
          </a:p>
        </p:txBody>
      </p:sp>
      <p:sp>
        <p:nvSpPr>
          <p:cNvPr id="22557" name="TextBox 28"/>
          <p:cNvSpPr txBox="1">
            <a:spLocks noChangeArrowheads="1"/>
          </p:cNvSpPr>
          <p:nvPr/>
        </p:nvSpPr>
        <p:spPr bwMode="auto">
          <a:xfrm>
            <a:off x="6477001"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29</a:t>
            </a:r>
          </a:p>
          <a:p>
            <a:pPr>
              <a:lnSpc>
                <a:spcPts val="1862"/>
              </a:lnSpc>
              <a:spcBef>
                <a:spcPct val="0"/>
              </a:spcBef>
              <a:buNone/>
            </a:pPr>
            <a:endParaRPr lang="en-US" altLang="en-US" sz="1600"/>
          </a:p>
        </p:txBody>
      </p:sp>
      <p:sp>
        <p:nvSpPr>
          <p:cNvPr id="22558" name="TextBox 29"/>
          <p:cNvSpPr txBox="1">
            <a:spLocks noChangeArrowheads="1"/>
          </p:cNvSpPr>
          <p:nvPr/>
        </p:nvSpPr>
        <p:spPr bwMode="auto">
          <a:xfrm>
            <a:off x="6973455"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63</a:t>
            </a:r>
          </a:p>
          <a:p>
            <a:pPr>
              <a:lnSpc>
                <a:spcPts val="1862"/>
              </a:lnSpc>
              <a:spcBef>
                <a:spcPct val="0"/>
              </a:spcBef>
              <a:buNone/>
            </a:pPr>
            <a:endParaRPr lang="en-US" altLang="en-US" sz="1600"/>
          </a:p>
        </p:txBody>
      </p:sp>
      <p:sp>
        <p:nvSpPr>
          <p:cNvPr id="22559" name="TextBox 30"/>
          <p:cNvSpPr txBox="1">
            <a:spLocks noChangeArrowheads="1"/>
          </p:cNvSpPr>
          <p:nvPr/>
        </p:nvSpPr>
        <p:spPr bwMode="auto">
          <a:xfrm>
            <a:off x="7469910"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82</a:t>
            </a:r>
          </a:p>
          <a:p>
            <a:pPr>
              <a:lnSpc>
                <a:spcPts val="1862"/>
              </a:lnSpc>
              <a:spcBef>
                <a:spcPct val="0"/>
              </a:spcBef>
              <a:buNone/>
            </a:pPr>
            <a:endParaRPr lang="en-US" altLang="en-US" sz="1600"/>
          </a:p>
        </p:txBody>
      </p:sp>
      <p:sp>
        <p:nvSpPr>
          <p:cNvPr id="22560" name="TextBox 31"/>
          <p:cNvSpPr txBox="1">
            <a:spLocks noChangeArrowheads="1"/>
          </p:cNvSpPr>
          <p:nvPr/>
        </p:nvSpPr>
        <p:spPr bwMode="auto">
          <a:xfrm>
            <a:off x="7966364" y="3798794"/>
            <a:ext cx="227626"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Arial" charset="0"/>
              </a:rPr>
              <a:t>44</a:t>
            </a:r>
          </a:p>
          <a:p>
            <a:pPr>
              <a:lnSpc>
                <a:spcPts val="1862"/>
              </a:lnSpc>
              <a:spcBef>
                <a:spcPct val="0"/>
              </a:spcBef>
              <a:buNone/>
            </a:pPr>
            <a:endParaRPr lang="en-US" altLang="en-US" sz="1600"/>
          </a:p>
        </p:txBody>
      </p:sp>
      <p:sp>
        <p:nvSpPr>
          <p:cNvPr id="22561" name="TextBox 32"/>
          <p:cNvSpPr txBox="1">
            <a:spLocks noChangeArrowheads="1"/>
          </p:cNvSpPr>
          <p:nvPr/>
        </p:nvSpPr>
        <p:spPr bwMode="auto">
          <a:xfrm>
            <a:off x="2574637"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a:t>
            </a:r>
          </a:p>
          <a:p>
            <a:pPr>
              <a:lnSpc>
                <a:spcPts val="932"/>
              </a:lnSpc>
              <a:spcBef>
                <a:spcPct val="0"/>
              </a:spcBef>
              <a:buNone/>
            </a:pPr>
            <a:endParaRPr lang="en-US" altLang="en-US" sz="1600"/>
          </a:p>
        </p:txBody>
      </p:sp>
      <p:sp>
        <p:nvSpPr>
          <p:cNvPr id="22562" name="TextBox 33"/>
          <p:cNvSpPr txBox="1">
            <a:spLocks noChangeArrowheads="1"/>
          </p:cNvSpPr>
          <p:nvPr/>
        </p:nvSpPr>
        <p:spPr bwMode="auto">
          <a:xfrm>
            <a:off x="3059546"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2</a:t>
            </a:r>
          </a:p>
          <a:p>
            <a:pPr>
              <a:lnSpc>
                <a:spcPts val="932"/>
              </a:lnSpc>
              <a:spcBef>
                <a:spcPct val="0"/>
              </a:spcBef>
              <a:buNone/>
            </a:pPr>
            <a:endParaRPr lang="en-US" altLang="en-US" sz="1600"/>
          </a:p>
        </p:txBody>
      </p:sp>
      <p:sp>
        <p:nvSpPr>
          <p:cNvPr id="22563" name="TextBox 34"/>
          <p:cNvSpPr txBox="1">
            <a:spLocks noChangeArrowheads="1"/>
          </p:cNvSpPr>
          <p:nvPr/>
        </p:nvSpPr>
        <p:spPr bwMode="auto">
          <a:xfrm>
            <a:off x="3556000"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3</a:t>
            </a:r>
          </a:p>
          <a:p>
            <a:pPr>
              <a:lnSpc>
                <a:spcPts val="932"/>
              </a:lnSpc>
              <a:spcBef>
                <a:spcPct val="0"/>
              </a:spcBef>
              <a:buNone/>
            </a:pPr>
            <a:endParaRPr lang="en-US" altLang="en-US" sz="1600"/>
          </a:p>
        </p:txBody>
      </p:sp>
      <p:sp>
        <p:nvSpPr>
          <p:cNvPr id="22564" name="TextBox 35"/>
          <p:cNvSpPr txBox="1">
            <a:spLocks noChangeArrowheads="1"/>
          </p:cNvSpPr>
          <p:nvPr/>
        </p:nvSpPr>
        <p:spPr bwMode="auto">
          <a:xfrm>
            <a:off x="4052455"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4</a:t>
            </a:r>
          </a:p>
          <a:p>
            <a:pPr>
              <a:lnSpc>
                <a:spcPts val="932"/>
              </a:lnSpc>
              <a:spcBef>
                <a:spcPct val="0"/>
              </a:spcBef>
              <a:buNone/>
            </a:pPr>
            <a:endParaRPr lang="en-US" altLang="en-US" sz="1600"/>
          </a:p>
        </p:txBody>
      </p:sp>
      <p:sp>
        <p:nvSpPr>
          <p:cNvPr id="22565" name="TextBox 36"/>
          <p:cNvSpPr txBox="1">
            <a:spLocks noChangeArrowheads="1"/>
          </p:cNvSpPr>
          <p:nvPr/>
        </p:nvSpPr>
        <p:spPr bwMode="auto">
          <a:xfrm>
            <a:off x="4548909"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5</a:t>
            </a:r>
          </a:p>
          <a:p>
            <a:pPr>
              <a:lnSpc>
                <a:spcPts val="932"/>
              </a:lnSpc>
              <a:spcBef>
                <a:spcPct val="0"/>
              </a:spcBef>
              <a:buNone/>
            </a:pPr>
            <a:endParaRPr lang="en-US" altLang="en-US" sz="1600"/>
          </a:p>
        </p:txBody>
      </p:sp>
      <p:sp>
        <p:nvSpPr>
          <p:cNvPr id="22566" name="TextBox 37"/>
          <p:cNvSpPr txBox="1">
            <a:spLocks noChangeArrowheads="1"/>
          </p:cNvSpPr>
          <p:nvPr/>
        </p:nvSpPr>
        <p:spPr bwMode="auto">
          <a:xfrm>
            <a:off x="5045364"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6</a:t>
            </a:r>
          </a:p>
          <a:p>
            <a:pPr>
              <a:lnSpc>
                <a:spcPts val="932"/>
              </a:lnSpc>
              <a:spcBef>
                <a:spcPct val="0"/>
              </a:spcBef>
              <a:buNone/>
            </a:pPr>
            <a:endParaRPr lang="en-US" altLang="en-US" sz="1600"/>
          </a:p>
        </p:txBody>
      </p:sp>
      <p:sp>
        <p:nvSpPr>
          <p:cNvPr id="22567" name="TextBox 38"/>
          <p:cNvSpPr txBox="1">
            <a:spLocks noChangeArrowheads="1"/>
          </p:cNvSpPr>
          <p:nvPr/>
        </p:nvSpPr>
        <p:spPr bwMode="auto">
          <a:xfrm>
            <a:off x="5541818"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7</a:t>
            </a:r>
          </a:p>
          <a:p>
            <a:pPr>
              <a:lnSpc>
                <a:spcPts val="932"/>
              </a:lnSpc>
              <a:spcBef>
                <a:spcPct val="0"/>
              </a:spcBef>
              <a:buNone/>
            </a:pPr>
            <a:endParaRPr lang="en-US" altLang="en-US" sz="1600"/>
          </a:p>
        </p:txBody>
      </p:sp>
      <p:sp>
        <p:nvSpPr>
          <p:cNvPr id="22568" name="TextBox 39"/>
          <p:cNvSpPr txBox="1">
            <a:spLocks noChangeArrowheads="1"/>
          </p:cNvSpPr>
          <p:nvPr/>
        </p:nvSpPr>
        <p:spPr bwMode="auto">
          <a:xfrm>
            <a:off x="6038273"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8</a:t>
            </a:r>
          </a:p>
          <a:p>
            <a:pPr>
              <a:lnSpc>
                <a:spcPts val="932"/>
              </a:lnSpc>
              <a:spcBef>
                <a:spcPct val="0"/>
              </a:spcBef>
              <a:buNone/>
            </a:pPr>
            <a:endParaRPr lang="en-US" altLang="en-US" sz="1600"/>
          </a:p>
        </p:txBody>
      </p:sp>
      <p:sp>
        <p:nvSpPr>
          <p:cNvPr id="22569" name="TextBox 40"/>
          <p:cNvSpPr txBox="1">
            <a:spLocks noChangeArrowheads="1"/>
          </p:cNvSpPr>
          <p:nvPr/>
        </p:nvSpPr>
        <p:spPr bwMode="auto">
          <a:xfrm>
            <a:off x="6523182" y="4034118"/>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9</a:t>
            </a:r>
          </a:p>
          <a:p>
            <a:pPr>
              <a:lnSpc>
                <a:spcPts val="932"/>
              </a:lnSpc>
              <a:spcBef>
                <a:spcPct val="0"/>
              </a:spcBef>
              <a:buNone/>
            </a:pPr>
            <a:endParaRPr lang="en-US" altLang="en-US" sz="1600"/>
          </a:p>
        </p:txBody>
      </p:sp>
      <p:sp>
        <p:nvSpPr>
          <p:cNvPr id="22570" name="TextBox 41"/>
          <p:cNvSpPr txBox="1">
            <a:spLocks noChangeArrowheads="1"/>
          </p:cNvSpPr>
          <p:nvPr/>
        </p:nvSpPr>
        <p:spPr bwMode="auto">
          <a:xfrm>
            <a:off x="6973455" y="4034118"/>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10</a:t>
            </a:r>
          </a:p>
          <a:p>
            <a:pPr>
              <a:lnSpc>
                <a:spcPts val="932"/>
              </a:lnSpc>
              <a:spcBef>
                <a:spcPct val="0"/>
              </a:spcBef>
              <a:buNone/>
            </a:pPr>
            <a:endParaRPr lang="en-US" altLang="en-US" sz="1600"/>
          </a:p>
        </p:txBody>
      </p:sp>
      <p:sp>
        <p:nvSpPr>
          <p:cNvPr id="22571" name="TextBox 42"/>
          <p:cNvSpPr txBox="1">
            <a:spLocks noChangeArrowheads="1"/>
          </p:cNvSpPr>
          <p:nvPr/>
        </p:nvSpPr>
        <p:spPr bwMode="auto">
          <a:xfrm>
            <a:off x="7469909" y="4034118"/>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11</a:t>
            </a:r>
          </a:p>
          <a:p>
            <a:pPr>
              <a:lnSpc>
                <a:spcPts val="932"/>
              </a:lnSpc>
              <a:spcBef>
                <a:spcPct val="0"/>
              </a:spcBef>
              <a:buNone/>
            </a:pPr>
            <a:endParaRPr lang="en-US" altLang="en-US" sz="1600"/>
          </a:p>
        </p:txBody>
      </p:sp>
      <p:sp>
        <p:nvSpPr>
          <p:cNvPr id="22572" name="TextBox 43"/>
          <p:cNvSpPr txBox="1">
            <a:spLocks noChangeArrowheads="1"/>
          </p:cNvSpPr>
          <p:nvPr/>
        </p:nvSpPr>
        <p:spPr bwMode="auto">
          <a:xfrm>
            <a:off x="7966364" y="4034118"/>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12</a:t>
            </a:r>
          </a:p>
          <a:p>
            <a:pPr>
              <a:lnSpc>
                <a:spcPts val="932"/>
              </a:lnSpc>
              <a:spcBef>
                <a:spcPct val="0"/>
              </a:spcBef>
              <a:buNone/>
            </a:pPr>
            <a:endParaRPr lang="en-US" altLang="en-US" sz="1600"/>
          </a:p>
        </p:txBody>
      </p:sp>
      <p:sp>
        <p:nvSpPr>
          <p:cNvPr id="22573" name="TextBox 44"/>
          <p:cNvSpPr txBox="1">
            <a:spLocks noChangeArrowheads="1"/>
          </p:cNvSpPr>
          <p:nvPr/>
        </p:nvSpPr>
        <p:spPr bwMode="auto">
          <a:xfrm>
            <a:off x="1050636" y="4572000"/>
            <a:ext cx="460062"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H</a:t>
            </a:r>
            <a:r>
              <a:rPr lang="en-CA" altLang="en-US" sz="1100">
                <a:solidFill>
                  <a:srgbClr val="000000"/>
                </a:solidFill>
                <a:latin typeface="Arial" charset="0"/>
              </a:rPr>
              <a:t>1</a:t>
            </a:r>
            <a:r>
              <a:rPr lang="en-CA" altLang="en-US" sz="1600">
                <a:solidFill>
                  <a:srgbClr val="000000"/>
                </a:solidFill>
                <a:latin typeface="Arial" charset="0"/>
              </a:rPr>
              <a:t>=1</a:t>
            </a:r>
          </a:p>
          <a:p>
            <a:pPr>
              <a:lnSpc>
                <a:spcPts val="1862"/>
              </a:lnSpc>
              <a:spcBef>
                <a:spcPct val="0"/>
              </a:spcBef>
              <a:buNone/>
            </a:pPr>
            <a:endParaRPr lang="en-CA" altLang="en-US" sz="1500">
              <a:solidFill>
                <a:srgbClr val="000000"/>
              </a:solidFill>
            </a:endParaRPr>
          </a:p>
        </p:txBody>
      </p:sp>
      <p:sp>
        <p:nvSpPr>
          <p:cNvPr id="22574" name="TextBox 45"/>
          <p:cNvSpPr txBox="1">
            <a:spLocks noChangeArrowheads="1"/>
          </p:cNvSpPr>
          <p:nvPr/>
        </p:nvSpPr>
        <p:spPr bwMode="auto">
          <a:xfrm>
            <a:off x="2574637" y="4740089"/>
            <a:ext cx="1754006"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271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271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271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271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271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271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271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271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27113" algn="l"/>
                <a:tab pos="1624013" algn="l"/>
              </a:tabLst>
              <a:defRPr sz="2000">
                <a:solidFill>
                  <a:schemeClr val="tx1"/>
                </a:solidFill>
                <a:latin typeface="Calibri" pitchFamily="34" charset="0"/>
              </a:defRPr>
            </a:lvl9pPr>
          </a:lstStyle>
          <a:p>
            <a:pPr>
              <a:lnSpc>
                <a:spcPts val="1256"/>
              </a:lnSpc>
              <a:spcBef>
                <a:spcPct val="0"/>
              </a:spcBef>
              <a:buNone/>
            </a:pPr>
            <a:r>
              <a:rPr lang="en-CA" altLang="en-US" sz="1600">
                <a:solidFill>
                  <a:srgbClr val="000000"/>
                </a:solidFill>
                <a:latin typeface="Arial" charset="0"/>
              </a:rPr>
              <a:t>7	5	18	8</a:t>
            </a:r>
          </a:p>
          <a:p>
            <a:pPr>
              <a:lnSpc>
                <a:spcPts val="1290"/>
              </a:lnSpc>
              <a:spcBef>
                <a:spcPct val="0"/>
              </a:spcBef>
              <a:buNone/>
            </a:pPr>
            <a:endParaRPr lang="en-CA" altLang="en-US" sz="1600">
              <a:solidFill>
                <a:srgbClr val="000000"/>
              </a:solidFill>
            </a:endParaRPr>
          </a:p>
        </p:txBody>
      </p:sp>
      <p:sp>
        <p:nvSpPr>
          <p:cNvPr id="22575" name="TextBox 46"/>
          <p:cNvSpPr txBox="1">
            <a:spLocks noChangeArrowheads="1"/>
          </p:cNvSpPr>
          <p:nvPr/>
        </p:nvSpPr>
        <p:spPr bwMode="auto">
          <a:xfrm>
            <a:off x="4502728" y="4684059"/>
            <a:ext cx="186781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779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779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779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13	24	19	31</a:t>
            </a:r>
          </a:p>
          <a:p>
            <a:pPr>
              <a:lnSpc>
                <a:spcPts val="1862"/>
              </a:lnSpc>
              <a:spcBef>
                <a:spcPct val="0"/>
              </a:spcBef>
              <a:buNone/>
            </a:pPr>
            <a:endParaRPr lang="en-CA" altLang="en-US" sz="1600">
              <a:solidFill>
                <a:srgbClr val="000000"/>
              </a:solidFill>
            </a:endParaRPr>
          </a:p>
        </p:txBody>
      </p:sp>
      <p:sp>
        <p:nvSpPr>
          <p:cNvPr id="22576" name="TextBox 47"/>
          <p:cNvSpPr txBox="1">
            <a:spLocks noChangeArrowheads="1"/>
          </p:cNvSpPr>
          <p:nvPr/>
        </p:nvSpPr>
        <p:spPr bwMode="auto">
          <a:xfrm>
            <a:off x="6477001" y="4684059"/>
            <a:ext cx="188064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90613" algn="l"/>
                <a:tab pos="16367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90613" algn="l"/>
                <a:tab pos="16367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90613" algn="l"/>
                <a:tab pos="16367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29	44	82	63</a:t>
            </a:r>
          </a:p>
          <a:p>
            <a:pPr>
              <a:lnSpc>
                <a:spcPts val="1862"/>
              </a:lnSpc>
              <a:spcBef>
                <a:spcPct val="0"/>
              </a:spcBef>
              <a:buNone/>
            </a:pPr>
            <a:endParaRPr lang="en-CA" altLang="en-US" sz="1600">
              <a:solidFill>
                <a:srgbClr val="000000"/>
              </a:solidFill>
            </a:endParaRPr>
          </a:p>
        </p:txBody>
      </p:sp>
      <p:sp>
        <p:nvSpPr>
          <p:cNvPr id="22577" name="TextBox 48"/>
          <p:cNvSpPr txBox="1">
            <a:spLocks noChangeArrowheads="1"/>
          </p:cNvSpPr>
          <p:nvPr/>
        </p:nvSpPr>
        <p:spPr bwMode="auto">
          <a:xfrm>
            <a:off x="2574637"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a:t>
            </a:r>
          </a:p>
          <a:p>
            <a:pPr>
              <a:lnSpc>
                <a:spcPts val="932"/>
              </a:lnSpc>
              <a:spcBef>
                <a:spcPct val="0"/>
              </a:spcBef>
              <a:buNone/>
            </a:pPr>
            <a:endParaRPr lang="en-US" altLang="en-US" sz="1600"/>
          </a:p>
        </p:txBody>
      </p:sp>
      <p:sp>
        <p:nvSpPr>
          <p:cNvPr id="22578" name="TextBox 49"/>
          <p:cNvSpPr txBox="1">
            <a:spLocks noChangeArrowheads="1"/>
          </p:cNvSpPr>
          <p:nvPr/>
        </p:nvSpPr>
        <p:spPr bwMode="auto">
          <a:xfrm>
            <a:off x="3059546"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2</a:t>
            </a:r>
          </a:p>
          <a:p>
            <a:pPr>
              <a:lnSpc>
                <a:spcPts val="932"/>
              </a:lnSpc>
              <a:spcBef>
                <a:spcPct val="0"/>
              </a:spcBef>
              <a:buNone/>
            </a:pPr>
            <a:endParaRPr lang="en-US" altLang="en-US" sz="1600"/>
          </a:p>
        </p:txBody>
      </p:sp>
      <p:sp>
        <p:nvSpPr>
          <p:cNvPr id="22579" name="TextBox 50"/>
          <p:cNvSpPr txBox="1">
            <a:spLocks noChangeArrowheads="1"/>
          </p:cNvSpPr>
          <p:nvPr/>
        </p:nvSpPr>
        <p:spPr bwMode="auto">
          <a:xfrm>
            <a:off x="3556000"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3</a:t>
            </a:r>
          </a:p>
          <a:p>
            <a:pPr>
              <a:lnSpc>
                <a:spcPts val="932"/>
              </a:lnSpc>
              <a:spcBef>
                <a:spcPct val="0"/>
              </a:spcBef>
              <a:buNone/>
            </a:pPr>
            <a:endParaRPr lang="en-US" altLang="en-US" sz="1600"/>
          </a:p>
        </p:txBody>
      </p:sp>
      <p:sp>
        <p:nvSpPr>
          <p:cNvPr id="22580" name="TextBox 51"/>
          <p:cNvSpPr txBox="1">
            <a:spLocks noChangeArrowheads="1"/>
          </p:cNvSpPr>
          <p:nvPr/>
        </p:nvSpPr>
        <p:spPr bwMode="auto">
          <a:xfrm>
            <a:off x="4052455"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4</a:t>
            </a:r>
          </a:p>
          <a:p>
            <a:pPr>
              <a:lnSpc>
                <a:spcPts val="932"/>
              </a:lnSpc>
              <a:spcBef>
                <a:spcPct val="0"/>
              </a:spcBef>
              <a:buNone/>
            </a:pPr>
            <a:endParaRPr lang="en-US" altLang="en-US" sz="1600"/>
          </a:p>
        </p:txBody>
      </p:sp>
      <p:sp>
        <p:nvSpPr>
          <p:cNvPr id="22581" name="TextBox 52"/>
          <p:cNvSpPr txBox="1">
            <a:spLocks noChangeArrowheads="1"/>
          </p:cNvSpPr>
          <p:nvPr/>
        </p:nvSpPr>
        <p:spPr bwMode="auto">
          <a:xfrm>
            <a:off x="4548909"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5</a:t>
            </a:r>
          </a:p>
          <a:p>
            <a:pPr>
              <a:lnSpc>
                <a:spcPts val="932"/>
              </a:lnSpc>
              <a:spcBef>
                <a:spcPct val="0"/>
              </a:spcBef>
              <a:buNone/>
            </a:pPr>
            <a:endParaRPr lang="en-US" altLang="en-US" sz="1600"/>
          </a:p>
        </p:txBody>
      </p:sp>
      <p:sp>
        <p:nvSpPr>
          <p:cNvPr id="22582" name="TextBox 53"/>
          <p:cNvSpPr txBox="1">
            <a:spLocks noChangeArrowheads="1"/>
          </p:cNvSpPr>
          <p:nvPr/>
        </p:nvSpPr>
        <p:spPr bwMode="auto">
          <a:xfrm>
            <a:off x="5045364"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6</a:t>
            </a:r>
          </a:p>
          <a:p>
            <a:pPr>
              <a:lnSpc>
                <a:spcPts val="932"/>
              </a:lnSpc>
              <a:spcBef>
                <a:spcPct val="0"/>
              </a:spcBef>
              <a:buNone/>
            </a:pPr>
            <a:endParaRPr lang="en-US" altLang="en-US" sz="1600"/>
          </a:p>
        </p:txBody>
      </p:sp>
      <p:sp>
        <p:nvSpPr>
          <p:cNvPr id="22583" name="TextBox 54"/>
          <p:cNvSpPr txBox="1">
            <a:spLocks noChangeArrowheads="1"/>
          </p:cNvSpPr>
          <p:nvPr/>
        </p:nvSpPr>
        <p:spPr bwMode="auto">
          <a:xfrm>
            <a:off x="5541818"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7</a:t>
            </a:r>
          </a:p>
          <a:p>
            <a:pPr>
              <a:lnSpc>
                <a:spcPts val="932"/>
              </a:lnSpc>
              <a:spcBef>
                <a:spcPct val="0"/>
              </a:spcBef>
              <a:buNone/>
            </a:pPr>
            <a:endParaRPr lang="en-US" altLang="en-US" sz="1600"/>
          </a:p>
        </p:txBody>
      </p:sp>
      <p:sp>
        <p:nvSpPr>
          <p:cNvPr id="22584" name="TextBox 55"/>
          <p:cNvSpPr txBox="1">
            <a:spLocks noChangeArrowheads="1"/>
          </p:cNvSpPr>
          <p:nvPr/>
        </p:nvSpPr>
        <p:spPr bwMode="auto">
          <a:xfrm>
            <a:off x="6038273"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8</a:t>
            </a:r>
          </a:p>
          <a:p>
            <a:pPr>
              <a:lnSpc>
                <a:spcPts val="932"/>
              </a:lnSpc>
              <a:spcBef>
                <a:spcPct val="0"/>
              </a:spcBef>
              <a:buNone/>
            </a:pPr>
            <a:endParaRPr lang="en-US" altLang="en-US" sz="1600"/>
          </a:p>
        </p:txBody>
      </p:sp>
      <p:sp>
        <p:nvSpPr>
          <p:cNvPr id="22585" name="TextBox 56"/>
          <p:cNvSpPr txBox="1">
            <a:spLocks noChangeArrowheads="1"/>
          </p:cNvSpPr>
          <p:nvPr/>
        </p:nvSpPr>
        <p:spPr bwMode="auto">
          <a:xfrm>
            <a:off x="6523182" y="4930589"/>
            <a:ext cx="577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9</a:t>
            </a:r>
          </a:p>
          <a:p>
            <a:pPr>
              <a:lnSpc>
                <a:spcPts val="932"/>
              </a:lnSpc>
              <a:spcBef>
                <a:spcPct val="0"/>
              </a:spcBef>
              <a:buNone/>
            </a:pPr>
            <a:endParaRPr lang="en-US" altLang="en-US" sz="1600"/>
          </a:p>
        </p:txBody>
      </p:sp>
      <p:sp>
        <p:nvSpPr>
          <p:cNvPr id="22586" name="TextBox 57"/>
          <p:cNvSpPr txBox="1">
            <a:spLocks noChangeArrowheads="1"/>
          </p:cNvSpPr>
          <p:nvPr/>
        </p:nvSpPr>
        <p:spPr bwMode="auto">
          <a:xfrm>
            <a:off x="6973455" y="4930589"/>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10</a:t>
            </a:r>
          </a:p>
          <a:p>
            <a:pPr>
              <a:lnSpc>
                <a:spcPts val="932"/>
              </a:lnSpc>
              <a:spcBef>
                <a:spcPct val="0"/>
              </a:spcBef>
              <a:buNone/>
            </a:pPr>
            <a:endParaRPr lang="en-US" altLang="en-US" sz="1600"/>
          </a:p>
        </p:txBody>
      </p:sp>
      <p:sp>
        <p:nvSpPr>
          <p:cNvPr id="22587" name="TextBox 58"/>
          <p:cNvSpPr txBox="1">
            <a:spLocks noChangeArrowheads="1"/>
          </p:cNvSpPr>
          <p:nvPr/>
        </p:nvSpPr>
        <p:spPr bwMode="auto">
          <a:xfrm>
            <a:off x="7469909" y="4930589"/>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11</a:t>
            </a:r>
          </a:p>
          <a:p>
            <a:pPr>
              <a:lnSpc>
                <a:spcPts val="932"/>
              </a:lnSpc>
              <a:spcBef>
                <a:spcPct val="0"/>
              </a:spcBef>
              <a:buNone/>
            </a:pPr>
            <a:endParaRPr lang="en-US" altLang="en-US" sz="1600"/>
          </a:p>
        </p:txBody>
      </p:sp>
      <p:sp>
        <p:nvSpPr>
          <p:cNvPr id="22588" name="TextBox 59"/>
          <p:cNvSpPr txBox="1">
            <a:spLocks noChangeArrowheads="1"/>
          </p:cNvSpPr>
          <p:nvPr/>
        </p:nvSpPr>
        <p:spPr bwMode="auto">
          <a:xfrm>
            <a:off x="7966364" y="4930589"/>
            <a:ext cx="1154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932"/>
              </a:lnSpc>
              <a:spcBef>
                <a:spcPct val="0"/>
              </a:spcBef>
              <a:buNone/>
            </a:pPr>
            <a:r>
              <a:rPr lang="en-CA" altLang="en-US" sz="800">
                <a:solidFill>
                  <a:srgbClr val="000000"/>
                </a:solidFill>
                <a:latin typeface="Arial" charset="0"/>
              </a:rPr>
              <a:t>12</a:t>
            </a:r>
          </a:p>
          <a:p>
            <a:pPr>
              <a:lnSpc>
                <a:spcPts val="932"/>
              </a:lnSpc>
              <a:spcBef>
                <a:spcPct val="0"/>
              </a:spcBef>
              <a:buNone/>
            </a:pPr>
            <a:endParaRPr lang="en-US" altLang="en-US" sz="1600"/>
          </a:p>
        </p:txBody>
      </p:sp>
      <p:sp>
        <p:nvSpPr>
          <p:cNvPr id="22589" name="TextBox 60"/>
          <p:cNvSpPr txBox="1">
            <a:spLocks noChangeArrowheads="1"/>
          </p:cNvSpPr>
          <p:nvPr/>
        </p:nvSpPr>
        <p:spPr bwMode="auto">
          <a:xfrm>
            <a:off x="912092" y="5580530"/>
            <a:ext cx="91210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Sorted list</a:t>
            </a:r>
          </a:p>
          <a:p>
            <a:pPr>
              <a:lnSpc>
                <a:spcPts val="1862"/>
              </a:lnSpc>
              <a:spcBef>
                <a:spcPct val="0"/>
              </a:spcBef>
              <a:buNone/>
            </a:pPr>
            <a:endParaRPr lang="en-CA" altLang="en-US" sz="1600">
              <a:solidFill>
                <a:srgbClr val="000000"/>
              </a:solidFill>
            </a:endParaRPr>
          </a:p>
        </p:txBody>
      </p:sp>
      <p:sp>
        <p:nvSpPr>
          <p:cNvPr id="22590" name="TextBox 61"/>
          <p:cNvSpPr txBox="1">
            <a:spLocks noChangeArrowheads="1"/>
          </p:cNvSpPr>
          <p:nvPr/>
        </p:nvSpPr>
        <p:spPr bwMode="auto">
          <a:xfrm>
            <a:off x="2574637" y="5726206"/>
            <a:ext cx="1816523"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31813" algn="l"/>
                <a:tab pos="1077913" algn="l"/>
                <a:tab pos="1573213" algn="l"/>
              </a:tabLst>
              <a:defRPr sz="3200">
                <a:solidFill>
                  <a:schemeClr val="tx1"/>
                </a:solidFill>
                <a:latin typeface="Calibri" pitchFamily="34" charset="0"/>
              </a:defRPr>
            </a:lvl1pPr>
            <a:lvl2pPr marL="742950" indent="-285750">
              <a:spcBef>
                <a:spcPct val="20000"/>
              </a:spcBef>
              <a:buFont typeface="Arial" charset="0"/>
              <a:buChar char="–"/>
              <a:tabLst>
                <a:tab pos="531813" algn="l"/>
                <a:tab pos="1077913" algn="l"/>
                <a:tab pos="1573213" algn="l"/>
              </a:tabLst>
              <a:defRPr sz="2800">
                <a:solidFill>
                  <a:schemeClr val="tx1"/>
                </a:solidFill>
                <a:latin typeface="Calibri" pitchFamily="34" charset="0"/>
              </a:defRPr>
            </a:lvl2pPr>
            <a:lvl3pPr marL="1143000" indent="-228600">
              <a:spcBef>
                <a:spcPct val="20000"/>
              </a:spcBef>
              <a:buFont typeface="Arial" charset="0"/>
              <a:buChar char="•"/>
              <a:tabLst>
                <a:tab pos="531813" algn="l"/>
                <a:tab pos="1077913" algn="l"/>
                <a:tab pos="1573213" algn="l"/>
              </a:tabLst>
              <a:defRPr sz="2300">
                <a:solidFill>
                  <a:schemeClr val="tx1"/>
                </a:solidFill>
                <a:latin typeface="Calibri" pitchFamily="34" charset="0"/>
              </a:defRPr>
            </a:lvl3pPr>
            <a:lvl4pPr marL="1600200" indent="-228600">
              <a:spcBef>
                <a:spcPct val="20000"/>
              </a:spcBef>
              <a:buFont typeface="Arial" charset="0"/>
              <a:buChar char="–"/>
              <a:tabLst>
                <a:tab pos="531813" algn="l"/>
                <a:tab pos="1077913" algn="l"/>
                <a:tab pos="1573213" algn="l"/>
              </a:tabLst>
              <a:defRPr sz="2000">
                <a:solidFill>
                  <a:schemeClr val="tx1"/>
                </a:solidFill>
                <a:latin typeface="Calibri" pitchFamily="34" charset="0"/>
              </a:defRPr>
            </a:lvl4pPr>
            <a:lvl5pPr marL="2057400" indent="-228600">
              <a:spcBef>
                <a:spcPct val="20000"/>
              </a:spcBef>
              <a:buFont typeface="Arial" charset="0"/>
              <a:buChar char="»"/>
              <a:tabLst>
                <a:tab pos="531813" algn="l"/>
                <a:tab pos="1077913" algn="l"/>
                <a:tab pos="15732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31813" algn="l"/>
                <a:tab pos="1077913" algn="l"/>
                <a:tab pos="15732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31813" algn="l"/>
                <a:tab pos="1077913" algn="l"/>
                <a:tab pos="15732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31813" algn="l"/>
                <a:tab pos="1077913" algn="l"/>
                <a:tab pos="15732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31813" algn="l"/>
                <a:tab pos="1077913" algn="l"/>
                <a:tab pos="1573213" algn="l"/>
              </a:tabLst>
              <a:defRPr sz="2000">
                <a:solidFill>
                  <a:schemeClr val="tx1"/>
                </a:solidFill>
                <a:latin typeface="Calibri" pitchFamily="34" charset="0"/>
              </a:defRPr>
            </a:lvl9pPr>
          </a:lstStyle>
          <a:p>
            <a:pPr>
              <a:lnSpc>
                <a:spcPts val="1256"/>
              </a:lnSpc>
              <a:spcBef>
                <a:spcPct val="0"/>
              </a:spcBef>
              <a:buNone/>
            </a:pPr>
            <a:r>
              <a:rPr lang="en-CA" altLang="en-US" sz="1600">
                <a:solidFill>
                  <a:srgbClr val="000000"/>
                </a:solidFill>
                <a:latin typeface="Arial" charset="0"/>
              </a:rPr>
              <a:t>5	7	8	13</a:t>
            </a:r>
          </a:p>
          <a:p>
            <a:pPr>
              <a:lnSpc>
                <a:spcPts val="1290"/>
              </a:lnSpc>
              <a:spcBef>
                <a:spcPct val="0"/>
              </a:spcBef>
              <a:buNone/>
            </a:pPr>
            <a:endParaRPr lang="en-CA" altLang="en-US" sz="1600">
              <a:solidFill>
                <a:srgbClr val="000000"/>
              </a:solidFill>
            </a:endParaRPr>
          </a:p>
        </p:txBody>
      </p:sp>
      <p:sp>
        <p:nvSpPr>
          <p:cNvPr id="22591" name="TextBox 62"/>
          <p:cNvSpPr txBox="1">
            <a:spLocks noChangeArrowheads="1"/>
          </p:cNvSpPr>
          <p:nvPr/>
        </p:nvSpPr>
        <p:spPr bwMode="auto">
          <a:xfrm>
            <a:off x="4502728" y="5670177"/>
            <a:ext cx="186781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77913" algn="l"/>
                <a:tab pos="16240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77913" algn="l"/>
                <a:tab pos="16240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77913" algn="l"/>
                <a:tab pos="16240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77913" algn="l"/>
                <a:tab pos="16240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77913" algn="l"/>
                <a:tab pos="16240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18	19	24	29</a:t>
            </a:r>
          </a:p>
          <a:p>
            <a:pPr>
              <a:lnSpc>
                <a:spcPts val="1862"/>
              </a:lnSpc>
              <a:spcBef>
                <a:spcPct val="0"/>
              </a:spcBef>
              <a:buNone/>
            </a:pPr>
            <a:endParaRPr lang="en-CA" altLang="en-US" sz="1600">
              <a:solidFill>
                <a:srgbClr val="000000"/>
              </a:solidFill>
            </a:endParaRPr>
          </a:p>
        </p:txBody>
      </p:sp>
      <p:sp>
        <p:nvSpPr>
          <p:cNvPr id="22592" name="TextBox 63"/>
          <p:cNvSpPr txBox="1">
            <a:spLocks noChangeArrowheads="1"/>
          </p:cNvSpPr>
          <p:nvPr/>
        </p:nvSpPr>
        <p:spPr bwMode="auto">
          <a:xfrm>
            <a:off x="6477001" y="5670177"/>
            <a:ext cx="188064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tabLst>
                <a:tab pos="544513" algn="l"/>
                <a:tab pos="1090613" algn="l"/>
                <a:tab pos="1636713" algn="l"/>
              </a:tabLst>
              <a:defRPr sz="3200">
                <a:solidFill>
                  <a:schemeClr val="tx1"/>
                </a:solidFill>
                <a:latin typeface="Calibri" pitchFamily="34" charset="0"/>
              </a:defRPr>
            </a:lvl1pPr>
            <a:lvl2pPr marL="742950" indent="-285750">
              <a:spcBef>
                <a:spcPct val="20000"/>
              </a:spcBef>
              <a:buFont typeface="Arial" charset="0"/>
              <a:buChar char="–"/>
              <a:tabLst>
                <a:tab pos="544513" algn="l"/>
                <a:tab pos="1090613" algn="l"/>
                <a:tab pos="1636713" algn="l"/>
              </a:tabLst>
              <a:defRPr sz="2800">
                <a:solidFill>
                  <a:schemeClr val="tx1"/>
                </a:solidFill>
                <a:latin typeface="Calibri" pitchFamily="34" charset="0"/>
              </a:defRPr>
            </a:lvl2pPr>
            <a:lvl3pPr marL="1143000" indent="-228600">
              <a:spcBef>
                <a:spcPct val="20000"/>
              </a:spcBef>
              <a:buFont typeface="Arial" charset="0"/>
              <a:buChar char="•"/>
              <a:tabLst>
                <a:tab pos="544513" algn="l"/>
                <a:tab pos="1090613" algn="l"/>
                <a:tab pos="1636713" algn="l"/>
              </a:tabLst>
              <a:defRPr sz="2300">
                <a:solidFill>
                  <a:schemeClr val="tx1"/>
                </a:solidFill>
                <a:latin typeface="Calibri" pitchFamily="34" charset="0"/>
              </a:defRPr>
            </a:lvl3pPr>
            <a:lvl4pPr marL="16002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4pPr>
            <a:lvl5pPr marL="2057400" indent="-228600">
              <a:spcBef>
                <a:spcPct val="20000"/>
              </a:spcBef>
              <a:buFont typeface="Arial" charset="0"/>
              <a:buChar char="»"/>
              <a:tabLst>
                <a:tab pos="544513" algn="l"/>
                <a:tab pos="1090613" algn="l"/>
                <a:tab pos="1636713" algn="l"/>
              </a:tabLst>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tabLst>
                <a:tab pos="544513" algn="l"/>
                <a:tab pos="1090613" algn="l"/>
                <a:tab pos="1636713" algn="l"/>
              </a:tabLst>
              <a:defRPr sz="2000">
                <a:solidFill>
                  <a:schemeClr val="tx1"/>
                </a:solidFill>
                <a:latin typeface="Calibri" pitchFamily="34" charset="0"/>
              </a:defRPr>
            </a:lvl9pPr>
          </a:lstStyle>
          <a:p>
            <a:pPr>
              <a:lnSpc>
                <a:spcPts val="1885"/>
              </a:lnSpc>
              <a:spcBef>
                <a:spcPct val="0"/>
              </a:spcBef>
              <a:buNone/>
            </a:pPr>
            <a:r>
              <a:rPr lang="en-CA" altLang="en-US" sz="1600">
                <a:solidFill>
                  <a:srgbClr val="000000"/>
                </a:solidFill>
                <a:latin typeface="Arial" charset="0"/>
              </a:rPr>
              <a:t>31	44	63	82</a:t>
            </a:r>
          </a:p>
          <a:p>
            <a:pPr>
              <a:lnSpc>
                <a:spcPts val="1862"/>
              </a:lnSpc>
              <a:spcBef>
                <a:spcPct val="0"/>
              </a:spcBef>
              <a:buNone/>
            </a:pPr>
            <a:endParaRPr lang="en-CA" altLang="en-US" sz="1600">
              <a:solidFill>
                <a:srgbClr val="000000"/>
              </a:solidFill>
            </a:endParaRPr>
          </a:p>
        </p:txBody>
      </p:sp>
      <p:sp>
        <p:nvSpPr>
          <p:cNvPr id="22593" name="TextBox 64"/>
          <p:cNvSpPr txBox="1">
            <a:spLocks noChangeArrowheads="1"/>
          </p:cNvSpPr>
          <p:nvPr/>
        </p:nvSpPr>
        <p:spPr bwMode="auto">
          <a:xfrm>
            <a:off x="2574637"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1</a:t>
            </a:r>
          </a:p>
          <a:p>
            <a:pPr>
              <a:lnSpc>
                <a:spcPts val="1133"/>
              </a:lnSpc>
              <a:spcBef>
                <a:spcPct val="0"/>
              </a:spcBef>
              <a:buNone/>
            </a:pPr>
            <a:endParaRPr lang="en-US" altLang="en-US" sz="1600"/>
          </a:p>
        </p:txBody>
      </p:sp>
      <p:sp>
        <p:nvSpPr>
          <p:cNvPr id="22594" name="TextBox 65"/>
          <p:cNvSpPr txBox="1">
            <a:spLocks noChangeArrowheads="1"/>
          </p:cNvSpPr>
          <p:nvPr/>
        </p:nvSpPr>
        <p:spPr bwMode="auto">
          <a:xfrm>
            <a:off x="3059546"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2</a:t>
            </a:r>
          </a:p>
          <a:p>
            <a:pPr>
              <a:lnSpc>
                <a:spcPts val="1133"/>
              </a:lnSpc>
              <a:spcBef>
                <a:spcPct val="0"/>
              </a:spcBef>
              <a:buNone/>
            </a:pPr>
            <a:endParaRPr lang="en-US" altLang="en-US" sz="1600"/>
          </a:p>
        </p:txBody>
      </p:sp>
      <p:sp>
        <p:nvSpPr>
          <p:cNvPr id="22595" name="TextBox 66"/>
          <p:cNvSpPr txBox="1">
            <a:spLocks noChangeArrowheads="1"/>
          </p:cNvSpPr>
          <p:nvPr/>
        </p:nvSpPr>
        <p:spPr bwMode="auto">
          <a:xfrm>
            <a:off x="3556000"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3</a:t>
            </a:r>
          </a:p>
          <a:p>
            <a:pPr>
              <a:lnSpc>
                <a:spcPts val="1133"/>
              </a:lnSpc>
              <a:spcBef>
                <a:spcPct val="0"/>
              </a:spcBef>
              <a:buNone/>
            </a:pPr>
            <a:endParaRPr lang="en-US" altLang="en-US" sz="1600"/>
          </a:p>
        </p:txBody>
      </p:sp>
      <p:sp>
        <p:nvSpPr>
          <p:cNvPr id="22596" name="TextBox 67"/>
          <p:cNvSpPr txBox="1">
            <a:spLocks noChangeArrowheads="1"/>
          </p:cNvSpPr>
          <p:nvPr/>
        </p:nvSpPr>
        <p:spPr bwMode="auto">
          <a:xfrm>
            <a:off x="4052455"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4</a:t>
            </a:r>
          </a:p>
          <a:p>
            <a:pPr>
              <a:lnSpc>
                <a:spcPts val="1133"/>
              </a:lnSpc>
              <a:spcBef>
                <a:spcPct val="0"/>
              </a:spcBef>
              <a:buNone/>
            </a:pPr>
            <a:endParaRPr lang="en-US" altLang="en-US" sz="1600"/>
          </a:p>
        </p:txBody>
      </p:sp>
      <p:sp>
        <p:nvSpPr>
          <p:cNvPr id="22597" name="TextBox 68"/>
          <p:cNvSpPr txBox="1">
            <a:spLocks noChangeArrowheads="1"/>
          </p:cNvSpPr>
          <p:nvPr/>
        </p:nvSpPr>
        <p:spPr bwMode="auto">
          <a:xfrm>
            <a:off x="4548909"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5</a:t>
            </a:r>
          </a:p>
          <a:p>
            <a:pPr>
              <a:lnSpc>
                <a:spcPts val="1133"/>
              </a:lnSpc>
              <a:spcBef>
                <a:spcPct val="0"/>
              </a:spcBef>
              <a:buNone/>
            </a:pPr>
            <a:endParaRPr lang="en-US" altLang="en-US" sz="1600"/>
          </a:p>
        </p:txBody>
      </p:sp>
      <p:sp>
        <p:nvSpPr>
          <p:cNvPr id="22598" name="TextBox 69"/>
          <p:cNvSpPr txBox="1">
            <a:spLocks noChangeArrowheads="1"/>
          </p:cNvSpPr>
          <p:nvPr/>
        </p:nvSpPr>
        <p:spPr bwMode="auto">
          <a:xfrm>
            <a:off x="5045364"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6</a:t>
            </a:r>
          </a:p>
          <a:p>
            <a:pPr>
              <a:lnSpc>
                <a:spcPts val="1133"/>
              </a:lnSpc>
              <a:spcBef>
                <a:spcPct val="0"/>
              </a:spcBef>
              <a:buNone/>
            </a:pPr>
            <a:endParaRPr lang="en-US" altLang="en-US" sz="1600"/>
          </a:p>
        </p:txBody>
      </p:sp>
      <p:sp>
        <p:nvSpPr>
          <p:cNvPr id="22599" name="TextBox 70"/>
          <p:cNvSpPr txBox="1">
            <a:spLocks noChangeArrowheads="1"/>
          </p:cNvSpPr>
          <p:nvPr/>
        </p:nvSpPr>
        <p:spPr bwMode="auto">
          <a:xfrm>
            <a:off x="5541818"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7</a:t>
            </a:r>
          </a:p>
          <a:p>
            <a:pPr>
              <a:lnSpc>
                <a:spcPts val="1133"/>
              </a:lnSpc>
              <a:spcBef>
                <a:spcPct val="0"/>
              </a:spcBef>
              <a:buNone/>
            </a:pPr>
            <a:endParaRPr lang="en-US" altLang="en-US" sz="1600"/>
          </a:p>
        </p:txBody>
      </p:sp>
      <p:sp>
        <p:nvSpPr>
          <p:cNvPr id="22600" name="TextBox 71"/>
          <p:cNvSpPr txBox="1">
            <a:spLocks noChangeArrowheads="1"/>
          </p:cNvSpPr>
          <p:nvPr/>
        </p:nvSpPr>
        <p:spPr bwMode="auto">
          <a:xfrm>
            <a:off x="6038273"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8</a:t>
            </a:r>
          </a:p>
          <a:p>
            <a:pPr>
              <a:lnSpc>
                <a:spcPts val="1133"/>
              </a:lnSpc>
              <a:spcBef>
                <a:spcPct val="0"/>
              </a:spcBef>
              <a:buNone/>
            </a:pPr>
            <a:endParaRPr lang="en-US" altLang="en-US" sz="1600"/>
          </a:p>
        </p:txBody>
      </p:sp>
      <p:sp>
        <p:nvSpPr>
          <p:cNvPr id="22601" name="TextBox 72"/>
          <p:cNvSpPr txBox="1">
            <a:spLocks noChangeArrowheads="1"/>
          </p:cNvSpPr>
          <p:nvPr/>
        </p:nvSpPr>
        <p:spPr bwMode="auto">
          <a:xfrm>
            <a:off x="6523182" y="5939118"/>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9</a:t>
            </a:r>
          </a:p>
          <a:p>
            <a:pPr>
              <a:lnSpc>
                <a:spcPts val="1133"/>
              </a:lnSpc>
              <a:spcBef>
                <a:spcPct val="0"/>
              </a:spcBef>
              <a:buNone/>
            </a:pPr>
            <a:endParaRPr lang="en-US" altLang="en-US" sz="1600"/>
          </a:p>
        </p:txBody>
      </p:sp>
      <p:sp>
        <p:nvSpPr>
          <p:cNvPr id="22602" name="TextBox 73"/>
          <p:cNvSpPr txBox="1">
            <a:spLocks noChangeArrowheads="1"/>
          </p:cNvSpPr>
          <p:nvPr/>
        </p:nvSpPr>
        <p:spPr bwMode="auto">
          <a:xfrm>
            <a:off x="6973455" y="5939118"/>
            <a:ext cx="141064"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10</a:t>
            </a:r>
          </a:p>
          <a:p>
            <a:pPr>
              <a:lnSpc>
                <a:spcPts val="1133"/>
              </a:lnSpc>
              <a:spcBef>
                <a:spcPct val="0"/>
              </a:spcBef>
              <a:buNone/>
            </a:pPr>
            <a:endParaRPr lang="en-US" altLang="en-US" sz="1600"/>
          </a:p>
        </p:txBody>
      </p:sp>
      <p:sp>
        <p:nvSpPr>
          <p:cNvPr id="22603" name="TextBox 74"/>
          <p:cNvSpPr txBox="1">
            <a:spLocks noChangeArrowheads="1"/>
          </p:cNvSpPr>
          <p:nvPr/>
        </p:nvSpPr>
        <p:spPr bwMode="auto">
          <a:xfrm>
            <a:off x="7469910" y="5939118"/>
            <a:ext cx="141064"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11</a:t>
            </a:r>
          </a:p>
          <a:p>
            <a:pPr>
              <a:lnSpc>
                <a:spcPts val="1133"/>
              </a:lnSpc>
              <a:spcBef>
                <a:spcPct val="0"/>
              </a:spcBef>
              <a:buNone/>
            </a:pPr>
            <a:endParaRPr lang="en-US" altLang="en-US" sz="1600"/>
          </a:p>
        </p:txBody>
      </p:sp>
      <p:sp>
        <p:nvSpPr>
          <p:cNvPr id="22604" name="TextBox 75"/>
          <p:cNvSpPr txBox="1">
            <a:spLocks noChangeArrowheads="1"/>
          </p:cNvSpPr>
          <p:nvPr/>
        </p:nvSpPr>
        <p:spPr bwMode="auto">
          <a:xfrm>
            <a:off x="7966364" y="5939118"/>
            <a:ext cx="141064"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133"/>
              </a:lnSpc>
              <a:spcBef>
                <a:spcPct val="0"/>
              </a:spcBef>
              <a:buNone/>
            </a:pPr>
            <a:r>
              <a:rPr lang="en-CA" altLang="en-US" sz="1000">
                <a:solidFill>
                  <a:srgbClr val="000000"/>
                </a:solidFill>
                <a:latin typeface="Arial" charset="0"/>
              </a:rPr>
              <a:t>12</a:t>
            </a:r>
          </a:p>
          <a:p>
            <a:pPr>
              <a:lnSpc>
                <a:spcPts val="1133"/>
              </a:lnSpc>
              <a:spcBef>
                <a:spcPct val="0"/>
              </a:spcBef>
              <a:buNone/>
            </a:pPr>
            <a:endParaRPr lang="en-US" altLang="en-US" sz="1600"/>
          </a:p>
        </p:txBody>
      </p:sp>
    </p:spTree>
    <p:extLst>
      <p:ext uri="{BB962C8B-B14F-4D97-AF65-F5344CB8AC3E}">
        <p14:creationId xmlns:p14="http://schemas.microsoft.com/office/powerpoint/2010/main" val="3269464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Divide and Conquer </a:t>
            </a:r>
            <a:br>
              <a:rPr lang="en-US" dirty="0"/>
            </a:br>
            <a:r>
              <a:rPr lang="en-US" dirty="0"/>
              <a:t>Merge Sort</a:t>
            </a:r>
          </a:p>
        </p:txBody>
      </p:sp>
      <p:sp>
        <p:nvSpPr>
          <p:cNvPr id="4" name="Content Placeholder 3"/>
          <p:cNvSpPr>
            <a:spLocks noGrp="1"/>
          </p:cNvSpPr>
          <p:nvPr>
            <p:ph idx="1"/>
          </p:nvPr>
        </p:nvSpPr>
        <p:spPr/>
        <p:txBody>
          <a:bodyPr/>
          <a:lstStyle/>
          <a:p>
            <a:endParaRPr lang="en-US"/>
          </a:p>
        </p:txBody>
      </p:sp>
      <p:pic>
        <p:nvPicPr>
          <p:cNvPr id="1638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2074" t="11206" r="26755" b="29078"/>
          <a:stretch/>
        </p:blipFill>
        <p:spPr bwMode="auto">
          <a:xfrm>
            <a:off x="457200" y="1399696"/>
            <a:ext cx="8458200" cy="5305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1494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4"/>
          <p:cNvSpPr>
            <a:spLocks noGrp="1"/>
          </p:cNvSpPr>
          <p:nvPr>
            <p:ph type="sldNum" sz="quarter" idx="11"/>
          </p:nvPr>
        </p:nvSpPr>
        <p:spPr/>
        <p:txBody>
          <a:bodyPr/>
          <a:lstStyle/>
          <a:p>
            <a:fld id="{C079E5C2-27E2-4191-899C-4658A9778D67}" type="slidenum">
              <a:rPr lang="en-US" altLang="en-US"/>
              <a:pPr/>
              <a:t>14</a:t>
            </a:fld>
            <a:endParaRPr lang="en-US" altLang="en-US"/>
          </a:p>
        </p:txBody>
      </p:sp>
      <p:sp>
        <p:nvSpPr>
          <p:cNvPr id="237570" name="Rectangle 2"/>
          <p:cNvSpPr>
            <a:spLocks noGrp="1" noChangeArrowheads="1"/>
          </p:cNvSpPr>
          <p:nvPr>
            <p:ph type="title"/>
          </p:nvPr>
        </p:nvSpPr>
        <p:spPr/>
        <p:txBody>
          <a:bodyPr/>
          <a:lstStyle/>
          <a:p>
            <a:r>
              <a:rPr lang="en-US" altLang="en-US"/>
              <a:t>Example – </a:t>
            </a:r>
            <a:r>
              <a:rPr lang="en-US" altLang="en-US">
                <a:latin typeface="Comic Sans MS" pitchFamily="66" charset="0"/>
              </a:rPr>
              <a:t>n</a:t>
            </a:r>
            <a:r>
              <a:rPr lang="en-US" altLang="en-US"/>
              <a:t> Power of 2</a:t>
            </a:r>
          </a:p>
        </p:txBody>
      </p:sp>
      <p:grpSp>
        <p:nvGrpSpPr>
          <p:cNvPr id="237571" name="Group 3"/>
          <p:cNvGrpSpPr>
            <a:grpSpLocks/>
          </p:cNvGrpSpPr>
          <p:nvPr/>
        </p:nvGrpSpPr>
        <p:grpSpPr bwMode="auto">
          <a:xfrm>
            <a:off x="3024188" y="1447800"/>
            <a:ext cx="5586412" cy="614363"/>
            <a:chOff x="1905" y="912"/>
            <a:chExt cx="3519" cy="387"/>
          </a:xfrm>
        </p:grpSpPr>
        <p:sp>
          <p:nvSpPr>
            <p:cNvPr id="237572" name="Text Box 4"/>
            <p:cNvSpPr txBox="1">
              <a:spLocks noChangeArrowheads="1"/>
            </p:cNvSpPr>
            <p:nvPr/>
          </p:nvSpPr>
          <p:spPr bwMode="auto">
            <a:xfrm>
              <a:off x="19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7573" name="Text Box 5"/>
            <p:cNvSpPr txBox="1">
              <a:spLocks noChangeArrowheads="1"/>
            </p:cNvSpPr>
            <p:nvPr/>
          </p:nvSpPr>
          <p:spPr bwMode="auto">
            <a:xfrm>
              <a:off x="21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7574" name="Text Box 6"/>
            <p:cNvSpPr txBox="1">
              <a:spLocks noChangeArrowheads="1"/>
            </p:cNvSpPr>
            <p:nvPr/>
          </p:nvSpPr>
          <p:spPr bwMode="auto">
            <a:xfrm>
              <a:off x="24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7575" name="Text Box 7"/>
            <p:cNvSpPr txBox="1">
              <a:spLocks noChangeArrowheads="1"/>
            </p:cNvSpPr>
            <p:nvPr/>
          </p:nvSpPr>
          <p:spPr bwMode="auto">
            <a:xfrm>
              <a:off x="264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7576" name="Text Box 8"/>
            <p:cNvSpPr txBox="1">
              <a:spLocks noChangeArrowheads="1"/>
            </p:cNvSpPr>
            <p:nvPr/>
          </p:nvSpPr>
          <p:spPr bwMode="auto">
            <a:xfrm>
              <a:off x="288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7577" name="Text Box 9"/>
            <p:cNvSpPr txBox="1">
              <a:spLocks noChangeArrowheads="1"/>
            </p:cNvSpPr>
            <p:nvPr/>
          </p:nvSpPr>
          <p:spPr bwMode="auto">
            <a:xfrm>
              <a:off x="31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7578" name="Text Box 10"/>
            <p:cNvSpPr txBox="1">
              <a:spLocks noChangeArrowheads="1"/>
            </p:cNvSpPr>
            <p:nvPr/>
          </p:nvSpPr>
          <p:spPr bwMode="auto">
            <a:xfrm>
              <a:off x="33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7579" name="Text Box 11"/>
            <p:cNvSpPr txBox="1">
              <a:spLocks noChangeArrowheads="1"/>
            </p:cNvSpPr>
            <p:nvPr/>
          </p:nvSpPr>
          <p:spPr bwMode="auto">
            <a:xfrm>
              <a:off x="36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7580" name="Text Box 12"/>
            <p:cNvSpPr txBox="1">
              <a:spLocks noChangeArrowheads="1"/>
            </p:cNvSpPr>
            <p:nvPr/>
          </p:nvSpPr>
          <p:spPr bwMode="auto">
            <a:xfrm>
              <a:off x="4800" y="1056"/>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4</a:t>
              </a:r>
            </a:p>
          </p:txBody>
        </p:sp>
        <p:sp>
          <p:nvSpPr>
            <p:cNvPr id="237581" name="Rectangle 13"/>
            <p:cNvSpPr>
              <a:spLocks noChangeArrowheads="1"/>
            </p:cNvSpPr>
            <p:nvPr/>
          </p:nvSpPr>
          <p:spPr bwMode="auto">
            <a:xfrm>
              <a:off x="35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7582" name="Rectangle 14"/>
            <p:cNvSpPr>
              <a:spLocks noChangeArrowheads="1"/>
            </p:cNvSpPr>
            <p:nvPr/>
          </p:nvSpPr>
          <p:spPr bwMode="auto">
            <a:xfrm>
              <a:off x="33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583" name="Rectangle 15"/>
            <p:cNvSpPr>
              <a:spLocks noChangeArrowheads="1"/>
            </p:cNvSpPr>
            <p:nvPr/>
          </p:nvSpPr>
          <p:spPr bwMode="auto">
            <a:xfrm>
              <a:off x="31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7584" name="Rectangle 16"/>
            <p:cNvSpPr>
              <a:spLocks noChangeArrowheads="1"/>
            </p:cNvSpPr>
            <p:nvPr/>
          </p:nvSpPr>
          <p:spPr bwMode="auto">
            <a:xfrm>
              <a:off x="286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7585" name="Rectangle 17"/>
            <p:cNvSpPr>
              <a:spLocks noChangeArrowheads="1"/>
            </p:cNvSpPr>
            <p:nvPr/>
          </p:nvSpPr>
          <p:spPr bwMode="auto">
            <a:xfrm>
              <a:off x="2625" y="1069"/>
              <a:ext cx="240" cy="23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7586" name="Rectangle 18"/>
            <p:cNvSpPr>
              <a:spLocks noChangeArrowheads="1"/>
            </p:cNvSpPr>
            <p:nvPr/>
          </p:nvSpPr>
          <p:spPr bwMode="auto">
            <a:xfrm>
              <a:off x="23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7587" name="Rectangle 19"/>
            <p:cNvSpPr>
              <a:spLocks noChangeArrowheads="1"/>
            </p:cNvSpPr>
            <p:nvPr/>
          </p:nvSpPr>
          <p:spPr bwMode="auto">
            <a:xfrm>
              <a:off x="21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588" name="Rectangle 20"/>
            <p:cNvSpPr>
              <a:spLocks noChangeArrowheads="1"/>
            </p:cNvSpPr>
            <p:nvPr/>
          </p:nvSpPr>
          <p:spPr bwMode="auto">
            <a:xfrm>
              <a:off x="19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7589" name="Line 21"/>
            <p:cNvSpPr>
              <a:spLocks noChangeShapeType="1"/>
            </p:cNvSpPr>
            <p:nvPr/>
          </p:nvSpPr>
          <p:spPr bwMode="auto">
            <a:xfrm>
              <a:off x="1905" y="106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0" name="Line 22"/>
            <p:cNvSpPr>
              <a:spLocks noChangeShapeType="1"/>
            </p:cNvSpPr>
            <p:nvPr/>
          </p:nvSpPr>
          <p:spPr bwMode="auto">
            <a:xfrm>
              <a:off x="1905" y="129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1" name="Line 23"/>
            <p:cNvSpPr>
              <a:spLocks noChangeShapeType="1"/>
            </p:cNvSpPr>
            <p:nvPr/>
          </p:nvSpPr>
          <p:spPr bwMode="auto">
            <a:xfrm>
              <a:off x="190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2" name="Line 24"/>
            <p:cNvSpPr>
              <a:spLocks noChangeShapeType="1"/>
            </p:cNvSpPr>
            <p:nvPr/>
          </p:nvSpPr>
          <p:spPr bwMode="auto">
            <a:xfrm>
              <a:off x="21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3" name="Line 25"/>
            <p:cNvSpPr>
              <a:spLocks noChangeShapeType="1"/>
            </p:cNvSpPr>
            <p:nvPr/>
          </p:nvSpPr>
          <p:spPr bwMode="auto">
            <a:xfrm>
              <a:off x="23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4" name="Line 26"/>
            <p:cNvSpPr>
              <a:spLocks noChangeShapeType="1"/>
            </p:cNvSpPr>
            <p:nvPr/>
          </p:nvSpPr>
          <p:spPr bwMode="auto">
            <a:xfrm>
              <a:off x="262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5" name="Line 27"/>
            <p:cNvSpPr>
              <a:spLocks noChangeShapeType="1"/>
            </p:cNvSpPr>
            <p:nvPr/>
          </p:nvSpPr>
          <p:spPr bwMode="auto">
            <a:xfrm>
              <a:off x="286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6" name="Line 28"/>
            <p:cNvSpPr>
              <a:spLocks noChangeShapeType="1"/>
            </p:cNvSpPr>
            <p:nvPr/>
          </p:nvSpPr>
          <p:spPr bwMode="auto">
            <a:xfrm>
              <a:off x="310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7" name="Line 29"/>
            <p:cNvSpPr>
              <a:spLocks noChangeShapeType="1"/>
            </p:cNvSpPr>
            <p:nvPr/>
          </p:nvSpPr>
          <p:spPr bwMode="auto">
            <a:xfrm>
              <a:off x="33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8" name="Line 30"/>
            <p:cNvSpPr>
              <a:spLocks noChangeShapeType="1"/>
            </p:cNvSpPr>
            <p:nvPr/>
          </p:nvSpPr>
          <p:spPr bwMode="auto">
            <a:xfrm>
              <a:off x="35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9" name="Line 31"/>
            <p:cNvSpPr>
              <a:spLocks noChangeShapeType="1"/>
            </p:cNvSpPr>
            <p:nvPr/>
          </p:nvSpPr>
          <p:spPr bwMode="auto">
            <a:xfrm>
              <a:off x="382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7600" name="Group 32"/>
          <p:cNvGrpSpPr>
            <a:grpSpLocks/>
          </p:cNvGrpSpPr>
          <p:nvPr/>
        </p:nvGrpSpPr>
        <p:grpSpPr bwMode="auto">
          <a:xfrm>
            <a:off x="2514600" y="2209800"/>
            <a:ext cx="3962400" cy="1066800"/>
            <a:chOff x="1584" y="1392"/>
            <a:chExt cx="2496" cy="672"/>
          </a:xfrm>
        </p:grpSpPr>
        <p:sp>
          <p:nvSpPr>
            <p:cNvPr id="237601" name="Text Box 33"/>
            <p:cNvSpPr txBox="1">
              <a:spLocks noChangeArrowheads="1"/>
            </p:cNvSpPr>
            <p:nvPr/>
          </p:nvSpPr>
          <p:spPr bwMode="auto">
            <a:xfrm>
              <a:off x="159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7602" name="Text Box 34"/>
            <p:cNvSpPr txBox="1">
              <a:spLocks noChangeArrowheads="1"/>
            </p:cNvSpPr>
            <p:nvPr/>
          </p:nvSpPr>
          <p:spPr bwMode="auto">
            <a:xfrm>
              <a:off x="183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7603" name="Text Box 35"/>
            <p:cNvSpPr txBox="1">
              <a:spLocks noChangeArrowheads="1"/>
            </p:cNvSpPr>
            <p:nvPr/>
          </p:nvSpPr>
          <p:spPr bwMode="auto">
            <a:xfrm>
              <a:off x="207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7604" name="Text Box 36"/>
            <p:cNvSpPr txBox="1">
              <a:spLocks noChangeArrowheads="1"/>
            </p:cNvSpPr>
            <p:nvPr/>
          </p:nvSpPr>
          <p:spPr bwMode="auto">
            <a:xfrm>
              <a:off x="231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7605" name="Rectangle 37"/>
            <p:cNvSpPr>
              <a:spLocks noChangeArrowheads="1"/>
            </p:cNvSpPr>
            <p:nvPr/>
          </p:nvSpPr>
          <p:spPr bwMode="auto">
            <a:xfrm>
              <a:off x="230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7606" name="Rectangle 38"/>
            <p:cNvSpPr>
              <a:spLocks noChangeArrowheads="1"/>
            </p:cNvSpPr>
            <p:nvPr/>
          </p:nvSpPr>
          <p:spPr bwMode="auto">
            <a:xfrm>
              <a:off x="206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7607" name="Rectangle 39"/>
            <p:cNvSpPr>
              <a:spLocks noChangeArrowheads="1"/>
            </p:cNvSpPr>
            <p:nvPr/>
          </p:nvSpPr>
          <p:spPr bwMode="auto">
            <a:xfrm>
              <a:off x="1824" y="1834"/>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08" name="Rectangle 40"/>
            <p:cNvSpPr>
              <a:spLocks noChangeArrowheads="1"/>
            </p:cNvSpPr>
            <p:nvPr/>
          </p:nvSpPr>
          <p:spPr bwMode="auto">
            <a:xfrm>
              <a:off x="158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7609" name="Text Box 41"/>
            <p:cNvSpPr txBox="1">
              <a:spLocks noChangeArrowheads="1"/>
            </p:cNvSpPr>
            <p:nvPr/>
          </p:nvSpPr>
          <p:spPr bwMode="auto">
            <a:xfrm>
              <a:off x="316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7610" name="Text Box 42"/>
            <p:cNvSpPr txBox="1">
              <a:spLocks noChangeArrowheads="1"/>
            </p:cNvSpPr>
            <p:nvPr/>
          </p:nvSpPr>
          <p:spPr bwMode="auto">
            <a:xfrm>
              <a:off x="340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7611" name="Text Box 43"/>
            <p:cNvSpPr txBox="1">
              <a:spLocks noChangeArrowheads="1"/>
            </p:cNvSpPr>
            <p:nvPr/>
          </p:nvSpPr>
          <p:spPr bwMode="auto">
            <a:xfrm>
              <a:off x="364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7612" name="Text Box 44"/>
            <p:cNvSpPr txBox="1">
              <a:spLocks noChangeArrowheads="1"/>
            </p:cNvSpPr>
            <p:nvPr/>
          </p:nvSpPr>
          <p:spPr bwMode="auto">
            <a:xfrm>
              <a:off x="388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7613" name="Rectangle 45"/>
            <p:cNvSpPr>
              <a:spLocks noChangeArrowheads="1"/>
            </p:cNvSpPr>
            <p:nvPr/>
          </p:nvSpPr>
          <p:spPr bwMode="auto">
            <a:xfrm>
              <a:off x="384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7614" name="Rectangle 46"/>
            <p:cNvSpPr>
              <a:spLocks noChangeArrowheads="1"/>
            </p:cNvSpPr>
            <p:nvPr/>
          </p:nvSpPr>
          <p:spPr bwMode="auto">
            <a:xfrm>
              <a:off x="360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15" name="Rectangle 47"/>
            <p:cNvSpPr>
              <a:spLocks noChangeArrowheads="1"/>
            </p:cNvSpPr>
            <p:nvPr/>
          </p:nvSpPr>
          <p:spPr bwMode="auto">
            <a:xfrm>
              <a:off x="3360" y="1834"/>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7616" name="Rectangle 48"/>
            <p:cNvSpPr>
              <a:spLocks noChangeArrowheads="1"/>
            </p:cNvSpPr>
            <p:nvPr/>
          </p:nvSpPr>
          <p:spPr bwMode="auto">
            <a:xfrm>
              <a:off x="312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7617" name="Line 49"/>
            <p:cNvSpPr>
              <a:spLocks noChangeShapeType="1"/>
            </p:cNvSpPr>
            <p:nvPr/>
          </p:nvSpPr>
          <p:spPr bwMode="auto">
            <a:xfrm flipH="1">
              <a:off x="2208" y="1392"/>
              <a:ext cx="67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18" name="Line 50"/>
            <p:cNvSpPr>
              <a:spLocks noChangeShapeType="1"/>
            </p:cNvSpPr>
            <p:nvPr/>
          </p:nvSpPr>
          <p:spPr bwMode="auto">
            <a:xfrm>
              <a:off x="2880" y="1392"/>
              <a:ext cx="67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7619" name="Group 51"/>
          <p:cNvGrpSpPr>
            <a:grpSpLocks/>
          </p:cNvGrpSpPr>
          <p:nvPr/>
        </p:nvGrpSpPr>
        <p:grpSpPr bwMode="auto">
          <a:xfrm>
            <a:off x="2286000" y="3429000"/>
            <a:ext cx="4419600" cy="1066800"/>
            <a:chOff x="1440" y="2160"/>
            <a:chExt cx="2784" cy="672"/>
          </a:xfrm>
        </p:grpSpPr>
        <p:sp>
          <p:nvSpPr>
            <p:cNvPr id="237620" name="Text Box 52"/>
            <p:cNvSpPr txBox="1">
              <a:spLocks noChangeArrowheads="1"/>
            </p:cNvSpPr>
            <p:nvPr/>
          </p:nvSpPr>
          <p:spPr bwMode="auto">
            <a:xfrm>
              <a:off x="145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7621" name="Text Box 53"/>
            <p:cNvSpPr txBox="1">
              <a:spLocks noChangeArrowheads="1"/>
            </p:cNvSpPr>
            <p:nvPr/>
          </p:nvSpPr>
          <p:spPr bwMode="auto">
            <a:xfrm>
              <a:off x="169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7622" name="Rectangle 54"/>
            <p:cNvSpPr>
              <a:spLocks noChangeArrowheads="1"/>
            </p:cNvSpPr>
            <p:nvPr/>
          </p:nvSpPr>
          <p:spPr bwMode="auto">
            <a:xfrm>
              <a:off x="168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23" name="Rectangle 55"/>
            <p:cNvSpPr>
              <a:spLocks noChangeArrowheads="1"/>
            </p:cNvSpPr>
            <p:nvPr/>
          </p:nvSpPr>
          <p:spPr bwMode="auto">
            <a:xfrm>
              <a:off x="1440"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7624" name="Text Box 56"/>
            <p:cNvSpPr txBox="1">
              <a:spLocks noChangeArrowheads="1"/>
            </p:cNvSpPr>
            <p:nvPr/>
          </p:nvSpPr>
          <p:spPr bwMode="auto">
            <a:xfrm>
              <a:off x="222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7625" name="Text Box 57"/>
            <p:cNvSpPr txBox="1">
              <a:spLocks noChangeArrowheads="1"/>
            </p:cNvSpPr>
            <p:nvPr/>
          </p:nvSpPr>
          <p:spPr bwMode="auto">
            <a:xfrm>
              <a:off x="246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7626" name="Rectangle 58"/>
            <p:cNvSpPr>
              <a:spLocks noChangeArrowheads="1"/>
            </p:cNvSpPr>
            <p:nvPr/>
          </p:nvSpPr>
          <p:spPr bwMode="auto">
            <a:xfrm>
              <a:off x="244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7627" name="Rectangle 59"/>
            <p:cNvSpPr>
              <a:spLocks noChangeArrowheads="1"/>
            </p:cNvSpPr>
            <p:nvPr/>
          </p:nvSpPr>
          <p:spPr bwMode="auto">
            <a:xfrm>
              <a:off x="2208"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7628" name="Text Box 60"/>
            <p:cNvSpPr txBox="1">
              <a:spLocks noChangeArrowheads="1"/>
            </p:cNvSpPr>
            <p:nvPr/>
          </p:nvSpPr>
          <p:spPr bwMode="auto">
            <a:xfrm>
              <a:off x="302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7629" name="Text Box 61"/>
            <p:cNvSpPr txBox="1">
              <a:spLocks noChangeArrowheads="1"/>
            </p:cNvSpPr>
            <p:nvPr/>
          </p:nvSpPr>
          <p:spPr bwMode="auto">
            <a:xfrm>
              <a:off x="326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7630" name="Rectangle 62"/>
            <p:cNvSpPr>
              <a:spLocks noChangeArrowheads="1"/>
            </p:cNvSpPr>
            <p:nvPr/>
          </p:nvSpPr>
          <p:spPr bwMode="auto">
            <a:xfrm>
              <a:off x="321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7631" name="Rectangle 63"/>
            <p:cNvSpPr>
              <a:spLocks noChangeArrowheads="1"/>
            </p:cNvSpPr>
            <p:nvPr/>
          </p:nvSpPr>
          <p:spPr bwMode="auto">
            <a:xfrm>
              <a:off x="2976"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7632" name="Text Box 64"/>
            <p:cNvSpPr txBox="1">
              <a:spLocks noChangeArrowheads="1"/>
            </p:cNvSpPr>
            <p:nvPr/>
          </p:nvSpPr>
          <p:spPr bwMode="auto">
            <a:xfrm>
              <a:off x="379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7633" name="Text Box 65"/>
            <p:cNvSpPr txBox="1">
              <a:spLocks noChangeArrowheads="1"/>
            </p:cNvSpPr>
            <p:nvPr/>
          </p:nvSpPr>
          <p:spPr bwMode="auto">
            <a:xfrm>
              <a:off x="403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7634" name="Rectangle 66"/>
            <p:cNvSpPr>
              <a:spLocks noChangeArrowheads="1"/>
            </p:cNvSpPr>
            <p:nvPr/>
          </p:nvSpPr>
          <p:spPr bwMode="auto">
            <a:xfrm>
              <a:off x="398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7635" name="Rectangle 67"/>
            <p:cNvSpPr>
              <a:spLocks noChangeArrowheads="1"/>
            </p:cNvSpPr>
            <p:nvPr/>
          </p:nvSpPr>
          <p:spPr bwMode="auto">
            <a:xfrm>
              <a:off x="3744"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36" name="Line 68"/>
            <p:cNvSpPr>
              <a:spLocks noChangeShapeType="1"/>
            </p:cNvSpPr>
            <p:nvPr/>
          </p:nvSpPr>
          <p:spPr bwMode="auto">
            <a:xfrm flipH="1">
              <a:off x="1680"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37" name="Line 69"/>
            <p:cNvSpPr>
              <a:spLocks noChangeShapeType="1"/>
            </p:cNvSpPr>
            <p:nvPr/>
          </p:nvSpPr>
          <p:spPr bwMode="auto">
            <a:xfrm>
              <a:off x="2064"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38" name="Line 70"/>
            <p:cNvSpPr>
              <a:spLocks noChangeShapeType="1"/>
            </p:cNvSpPr>
            <p:nvPr/>
          </p:nvSpPr>
          <p:spPr bwMode="auto">
            <a:xfrm flipH="1">
              <a:off x="3216"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39" name="Line 71"/>
            <p:cNvSpPr>
              <a:spLocks noChangeShapeType="1"/>
            </p:cNvSpPr>
            <p:nvPr/>
          </p:nvSpPr>
          <p:spPr bwMode="auto">
            <a:xfrm>
              <a:off x="3600"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7640" name="Group 72"/>
          <p:cNvGrpSpPr>
            <a:grpSpLocks/>
          </p:cNvGrpSpPr>
          <p:nvPr/>
        </p:nvGrpSpPr>
        <p:grpSpPr bwMode="auto">
          <a:xfrm>
            <a:off x="2133600" y="4648200"/>
            <a:ext cx="4724400" cy="1143000"/>
            <a:chOff x="1344" y="2928"/>
            <a:chExt cx="2976" cy="720"/>
          </a:xfrm>
        </p:grpSpPr>
        <p:sp>
          <p:nvSpPr>
            <p:cNvPr id="237641" name="Text Box 73"/>
            <p:cNvSpPr txBox="1">
              <a:spLocks noChangeArrowheads="1"/>
            </p:cNvSpPr>
            <p:nvPr/>
          </p:nvSpPr>
          <p:spPr bwMode="auto">
            <a:xfrm>
              <a:off x="13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7642" name="Rectangle 74"/>
            <p:cNvSpPr>
              <a:spLocks noChangeArrowheads="1"/>
            </p:cNvSpPr>
            <p:nvPr/>
          </p:nvSpPr>
          <p:spPr bwMode="auto">
            <a:xfrm>
              <a:off x="13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7643" name="Text Box 75"/>
            <p:cNvSpPr txBox="1">
              <a:spLocks noChangeArrowheads="1"/>
            </p:cNvSpPr>
            <p:nvPr/>
          </p:nvSpPr>
          <p:spPr bwMode="auto">
            <a:xfrm>
              <a:off x="1791"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7644" name="Rectangle 76"/>
            <p:cNvSpPr>
              <a:spLocks noChangeArrowheads="1"/>
            </p:cNvSpPr>
            <p:nvPr/>
          </p:nvSpPr>
          <p:spPr bwMode="auto">
            <a:xfrm>
              <a:off x="1776"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45" name="Text Box 77"/>
            <p:cNvSpPr txBox="1">
              <a:spLocks noChangeArrowheads="1"/>
            </p:cNvSpPr>
            <p:nvPr/>
          </p:nvSpPr>
          <p:spPr bwMode="auto">
            <a:xfrm>
              <a:off x="2127"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7646" name="Rectangle 78"/>
            <p:cNvSpPr>
              <a:spLocks noChangeArrowheads="1"/>
            </p:cNvSpPr>
            <p:nvPr/>
          </p:nvSpPr>
          <p:spPr bwMode="auto">
            <a:xfrm>
              <a:off x="21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7647" name="Text Box 79"/>
            <p:cNvSpPr txBox="1">
              <a:spLocks noChangeArrowheads="1"/>
            </p:cNvSpPr>
            <p:nvPr/>
          </p:nvSpPr>
          <p:spPr bwMode="auto">
            <a:xfrm>
              <a:off x="25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7648" name="Rectangle 80"/>
            <p:cNvSpPr>
              <a:spLocks noChangeArrowheads="1"/>
            </p:cNvSpPr>
            <p:nvPr/>
          </p:nvSpPr>
          <p:spPr bwMode="auto">
            <a:xfrm>
              <a:off x="25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7649" name="Rectangle 81"/>
            <p:cNvSpPr>
              <a:spLocks noChangeArrowheads="1"/>
            </p:cNvSpPr>
            <p:nvPr/>
          </p:nvSpPr>
          <p:spPr bwMode="auto">
            <a:xfrm>
              <a:off x="28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7650" name="Text Box 82"/>
            <p:cNvSpPr txBox="1">
              <a:spLocks noChangeArrowheads="1"/>
            </p:cNvSpPr>
            <p:nvPr/>
          </p:nvSpPr>
          <p:spPr bwMode="auto">
            <a:xfrm>
              <a:off x="336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7651" name="Rectangle 83"/>
            <p:cNvSpPr>
              <a:spLocks noChangeArrowheads="1"/>
            </p:cNvSpPr>
            <p:nvPr/>
          </p:nvSpPr>
          <p:spPr bwMode="auto">
            <a:xfrm>
              <a:off x="33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7652" name="Text Box 84"/>
            <p:cNvSpPr txBox="1">
              <a:spLocks noChangeArrowheads="1"/>
            </p:cNvSpPr>
            <p:nvPr/>
          </p:nvSpPr>
          <p:spPr bwMode="auto">
            <a:xfrm>
              <a:off x="3696"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7653" name="Rectangle 85"/>
            <p:cNvSpPr>
              <a:spLocks noChangeArrowheads="1"/>
            </p:cNvSpPr>
            <p:nvPr/>
          </p:nvSpPr>
          <p:spPr bwMode="auto">
            <a:xfrm>
              <a:off x="3648"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7654" name="Text Box 86"/>
            <p:cNvSpPr txBox="1">
              <a:spLocks noChangeArrowheads="1"/>
            </p:cNvSpPr>
            <p:nvPr/>
          </p:nvSpPr>
          <p:spPr bwMode="auto">
            <a:xfrm>
              <a:off x="4128"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7655" name="Rectangle 87"/>
            <p:cNvSpPr>
              <a:spLocks noChangeArrowheads="1"/>
            </p:cNvSpPr>
            <p:nvPr/>
          </p:nvSpPr>
          <p:spPr bwMode="auto">
            <a:xfrm>
              <a:off x="40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7656" name="Text Box 88"/>
            <p:cNvSpPr txBox="1">
              <a:spLocks noChangeArrowheads="1"/>
            </p:cNvSpPr>
            <p:nvPr/>
          </p:nvSpPr>
          <p:spPr bwMode="auto">
            <a:xfrm>
              <a:off x="2928" y="325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7657" name="Line 89"/>
            <p:cNvSpPr>
              <a:spLocks noChangeShapeType="1"/>
            </p:cNvSpPr>
            <p:nvPr/>
          </p:nvSpPr>
          <p:spPr bwMode="auto">
            <a:xfrm flipH="1">
              <a:off x="1536"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58" name="Line 90"/>
            <p:cNvSpPr>
              <a:spLocks noChangeShapeType="1"/>
            </p:cNvSpPr>
            <p:nvPr/>
          </p:nvSpPr>
          <p:spPr bwMode="auto">
            <a:xfrm>
              <a:off x="1680"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59" name="Line 91"/>
            <p:cNvSpPr>
              <a:spLocks noChangeShapeType="1"/>
            </p:cNvSpPr>
            <p:nvPr/>
          </p:nvSpPr>
          <p:spPr bwMode="auto">
            <a:xfrm flipH="1">
              <a:off x="2304"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60" name="Line 92"/>
            <p:cNvSpPr>
              <a:spLocks noChangeShapeType="1"/>
            </p:cNvSpPr>
            <p:nvPr/>
          </p:nvSpPr>
          <p:spPr bwMode="auto">
            <a:xfrm>
              <a:off x="2448"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61" name="Line 93"/>
            <p:cNvSpPr>
              <a:spLocks noChangeShapeType="1"/>
            </p:cNvSpPr>
            <p:nvPr/>
          </p:nvSpPr>
          <p:spPr bwMode="auto">
            <a:xfrm flipH="1">
              <a:off x="3072"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62" name="Line 94"/>
            <p:cNvSpPr>
              <a:spLocks noChangeShapeType="1"/>
            </p:cNvSpPr>
            <p:nvPr/>
          </p:nvSpPr>
          <p:spPr bwMode="auto">
            <a:xfrm>
              <a:off x="3216"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63" name="Line 95"/>
            <p:cNvSpPr>
              <a:spLocks noChangeShapeType="1"/>
            </p:cNvSpPr>
            <p:nvPr/>
          </p:nvSpPr>
          <p:spPr bwMode="auto">
            <a:xfrm flipH="1">
              <a:off x="3840"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64" name="Line 96"/>
            <p:cNvSpPr>
              <a:spLocks noChangeShapeType="1"/>
            </p:cNvSpPr>
            <p:nvPr/>
          </p:nvSpPr>
          <p:spPr bwMode="auto">
            <a:xfrm>
              <a:off x="3984"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7665" name="Text Box 97"/>
          <p:cNvSpPr txBox="1">
            <a:spLocks noChangeArrowheads="1"/>
          </p:cNvSpPr>
          <p:nvPr/>
        </p:nvSpPr>
        <p:spPr bwMode="auto">
          <a:xfrm>
            <a:off x="584200" y="1573213"/>
            <a:ext cx="1174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Divide</a:t>
            </a:r>
          </a:p>
        </p:txBody>
      </p:sp>
    </p:spTree>
    <p:extLst>
      <p:ext uri="{BB962C8B-B14F-4D97-AF65-F5344CB8AC3E}">
        <p14:creationId xmlns:p14="http://schemas.microsoft.com/office/powerpoint/2010/main" val="3294250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lide Number Placeholder 4"/>
          <p:cNvSpPr>
            <a:spLocks noGrp="1"/>
          </p:cNvSpPr>
          <p:nvPr>
            <p:ph type="sldNum" sz="quarter" idx="11"/>
          </p:nvPr>
        </p:nvSpPr>
        <p:spPr/>
        <p:txBody>
          <a:bodyPr/>
          <a:lstStyle/>
          <a:p>
            <a:fld id="{10049F42-D519-485A-A320-73EFC9957CF6}" type="slidenum">
              <a:rPr lang="en-US" altLang="en-US"/>
              <a:pPr/>
              <a:t>15</a:t>
            </a:fld>
            <a:endParaRPr lang="en-US" altLang="en-US"/>
          </a:p>
        </p:txBody>
      </p:sp>
      <p:sp>
        <p:nvSpPr>
          <p:cNvPr id="238594" name="Rectangle 2"/>
          <p:cNvSpPr>
            <a:spLocks noGrp="1" noChangeArrowheads="1"/>
          </p:cNvSpPr>
          <p:nvPr>
            <p:ph type="title"/>
          </p:nvPr>
        </p:nvSpPr>
        <p:spPr/>
        <p:txBody>
          <a:bodyPr/>
          <a:lstStyle/>
          <a:p>
            <a:r>
              <a:rPr lang="en-US" altLang="en-US"/>
              <a:t>Example – </a:t>
            </a:r>
            <a:r>
              <a:rPr lang="en-US" altLang="en-US">
                <a:latin typeface="Comic Sans MS" pitchFamily="66" charset="0"/>
              </a:rPr>
              <a:t>n</a:t>
            </a:r>
            <a:r>
              <a:rPr lang="en-US" altLang="en-US"/>
              <a:t> Power of 2</a:t>
            </a:r>
          </a:p>
        </p:txBody>
      </p:sp>
      <p:grpSp>
        <p:nvGrpSpPr>
          <p:cNvPr id="238595" name="Group 3"/>
          <p:cNvGrpSpPr>
            <a:grpSpLocks/>
          </p:cNvGrpSpPr>
          <p:nvPr/>
        </p:nvGrpSpPr>
        <p:grpSpPr bwMode="auto">
          <a:xfrm>
            <a:off x="2133600" y="5165725"/>
            <a:ext cx="4724400" cy="625475"/>
            <a:chOff x="1344" y="3254"/>
            <a:chExt cx="2976" cy="394"/>
          </a:xfrm>
        </p:grpSpPr>
        <p:sp>
          <p:nvSpPr>
            <p:cNvPr id="238596" name="Text Box 4"/>
            <p:cNvSpPr txBox="1">
              <a:spLocks noChangeArrowheads="1"/>
            </p:cNvSpPr>
            <p:nvPr/>
          </p:nvSpPr>
          <p:spPr bwMode="auto">
            <a:xfrm>
              <a:off x="13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8597" name="Rectangle 5"/>
            <p:cNvSpPr>
              <a:spLocks noChangeArrowheads="1"/>
            </p:cNvSpPr>
            <p:nvPr/>
          </p:nvSpPr>
          <p:spPr bwMode="auto">
            <a:xfrm>
              <a:off x="13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8598" name="Text Box 6"/>
            <p:cNvSpPr txBox="1">
              <a:spLocks noChangeArrowheads="1"/>
            </p:cNvSpPr>
            <p:nvPr/>
          </p:nvSpPr>
          <p:spPr bwMode="auto">
            <a:xfrm>
              <a:off x="1791"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8599" name="Rectangle 7"/>
            <p:cNvSpPr>
              <a:spLocks noChangeArrowheads="1"/>
            </p:cNvSpPr>
            <p:nvPr/>
          </p:nvSpPr>
          <p:spPr bwMode="auto">
            <a:xfrm>
              <a:off x="1776"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00" name="Text Box 8"/>
            <p:cNvSpPr txBox="1">
              <a:spLocks noChangeArrowheads="1"/>
            </p:cNvSpPr>
            <p:nvPr/>
          </p:nvSpPr>
          <p:spPr bwMode="auto">
            <a:xfrm>
              <a:off x="2127"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8601" name="Rectangle 9"/>
            <p:cNvSpPr>
              <a:spLocks noChangeArrowheads="1"/>
            </p:cNvSpPr>
            <p:nvPr/>
          </p:nvSpPr>
          <p:spPr bwMode="auto">
            <a:xfrm>
              <a:off x="21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8602" name="Text Box 10"/>
            <p:cNvSpPr txBox="1">
              <a:spLocks noChangeArrowheads="1"/>
            </p:cNvSpPr>
            <p:nvPr/>
          </p:nvSpPr>
          <p:spPr bwMode="auto">
            <a:xfrm>
              <a:off x="25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8603" name="Rectangle 11"/>
            <p:cNvSpPr>
              <a:spLocks noChangeArrowheads="1"/>
            </p:cNvSpPr>
            <p:nvPr/>
          </p:nvSpPr>
          <p:spPr bwMode="auto">
            <a:xfrm>
              <a:off x="25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8604" name="Rectangle 12"/>
            <p:cNvSpPr>
              <a:spLocks noChangeArrowheads="1"/>
            </p:cNvSpPr>
            <p:nvPr/>
          </p:nvSpPr>
          <p:spPr bwMode="auto">
            <a:xfrm>
              <a:off x="28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8605" name="Text Box 13"/>
            <p:cNvSpPr txBox="1">
              <a:spLocks noChangeArrowheads="1"/>
            </p:cNvSpPr>
            <p:nvPr/>
          </p:nvSpPr>
          <p:spPr bwMode="auto">
            <a:xfrm>
              <a:off x="336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8606" name="Rectangle 14"/>
            <p:cNvSpPr>
              <a:spLocks noChangeArrowheads="1"/>
            </p:cNvSpPr>
            <p:nvPr/>
          </p:nvSpPr>
          <p:spPr bwMode="auto">
            <a:xfrm>
              <a:off x="33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8607" name="Text Box 15"/>
            <p:cNvSpPr txBox="1">
              <a:spLocks noChangeArrowheads="1"/>
            </p:cNvSpPr>
            <p:nvPr/>
          </p:nvSpPr>
          <p:spPr bwMode="auto">
            <a:xfrm>
              <a:off x="3696"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8608" name="Rectangle 16"/>
            <p:cNvSpPr>
              <a:spLocks noChangeArrowheads="1"/>
            </p:cNvSpPr>
            <p:nvPr/>
          </p:nvSpPr>
          <p:spPr bwMode="auto">
            <a:xfrm>
              <a:off x="3648"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09" name="Text Box 17"/>
            <p:cNvSpPr txBox="1">
              <a:spLocks noChangeArrowheads="1"/>
            </p:cNvSpPr>
            <p:nvPr/>
          </p:nvSpPr>
          <p:spPr bwMode="auto">
            <a:xfrm>
              <a:off x="4128"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8610" name="Rectangle 18"/>
            <p:cNvSpPr>
              <a:spLocks noChangeArrowheads="1"/>
            </p:cNvSpPr>
            <p:nvPr/>
          </p:nvSpPr>
          <p:spPr bwMode="auto">
            <a:xfrm>
              <a:off x="40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8611" name="Text Box 19"/>
            <p:cNvSpPr txBox="1">
              <a:spLocks noChangeArrowheads="1"/>
            </p:cNvSpPr>
            <p:nvPr/>
          </p:nvSpPr>
          <p:spPr bwMode="auto">
            <a:xfrm>
              <a:off x="2928" y="325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grpSp>
      <p:grpSp>
        <p:nvGrpSpPr>
          <p:cNvPr id="238612" name="Group 20"/>
          <p:cNvGrpSpPr>
            <a:grpSpLocks/>
          </p:cNvGrpSpPr>
          <p:nvPr/>
        </p:nvGrpSpPr>
        <p:grpSpPr bwMode="auto">
          <a:xfrm>
            <a:off x="3024188" y="1447800"/>
            <a:ext cx="3048000" cy="1143000"/>
            <a:chOff x="1905" y="912"/>
            <a:chExt cx="1920" cy="720"/>
          </a:xfrm>
        </p:grpSpPr>
        <p:sp>
          <p:nvSpPr>
            <p:cNvPr id="238613" name="Text Box 21"/>
            <p:cNvSpPr txBox="1">
              <a:spLocks noChangeArrowheads="1"/>
            </p:cNvSpPr>
            <p:nvPr/>
          </p:nvSpPr>
          <p:spPr bwMode="auto">
            <a:xfrm>
              <a:off x="19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8614" name="Text Box 22"/>
            <p:cNvSpPr txBox="1">
              <a:spLocks noChangeArrowheads="1"/>
            </p:cNvSpPr>
            <p:nvPr/>
          </p:nvSpPr>
          <p:spPr bwMode="auto">
            <a:xfrm>
              <a:off x="21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8615" name="Text Box 23"/>
            <p:cNvSpPr txBox="1">
              <a:spLocks noChangeArrowheads="1"/>
            </p:cNvSpPr>
            <p:nvPr/>
          </p:nvSpPr>
          <p:spPr bwMode="auto">
            <a:xfrm>
              <a:off x="24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8616" name="Text Box 24"/>
            <p:cNvSpPr txBox="1">
              <a:spLocks noChangeArrowheads="1"/>
            </p:cNvSpPr>
            <p:nvPr/>
          </p:nvSpPr>
          <p:spPr bwMode="auto">
            <a:xfrm>
              <a:off x="264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8617" name="Text Box 25"/>
            <p:cNvSpPr txBox="1">
              <a:spLocks noChangeArrowheads="1"/>
            </p:cNvSpPr>
            <p:nvPr/>
          </p:nvSpPr>
          <p:spPr bwMode="auto">
            <a:xfrm>
              <a:off x="288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8618" name="Text Box 26"/>
            <p:cNvSpPr txBox="1">
              <a:spLocks noChangeArrowheads="1"/>
            </p:cNvSpPr>
            <p:nvPr/>
          </p:nvSpPr>
          <p:spPr bwMode="auto">
            <a:xfrm>
              <a:off x="31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8619" name="Text Box 27"/>
            <p:cNvSpPr txBox="1">
              <a:spLocks noChangeArrowheads="1"/>
            </p:cNvSpPr>
            <p:nvPr/>
          </p:nvSpPr>
          <p:spPr bwMode="auto">
            <a:xfrm>
              <a:off x="33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8620" name="Text Box 28"/>
            <p:cNvSpPr txBox="1">
              <a:spLocks noChangeArrowheads="1"/>
            </p:cNvSpPr>
            <p:nvPr/>
          </p:nvSpPr>
          <p:spPr bwMode="auto">
            <a:xfrm>
              <a:off x="36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8621" name="Rectangle 29"/>
            <p:cNvSpPr>
              <a:spLocks noChangeArrowheads="1"/>
            </p:cNvSpPr>
            <p:nvPr/>
          </p:nvSpPr>
          <p:spPr bwMode="auto">
            <a:xfrm>
              <a:off x="35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8622" name="Rectangle 30"/>
            <p:cNvSpPr>
              <a:spLocks noChangeArrowheads="1"/>
            </p:cNvSpPr>
            <p:nvPr/>
          </p:nvSpPr>
          <p:spPr bwMode="auto">
            <a:xfrm>
              <a:off x="33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8623" name="Rectangle 31"/>
            <p:cNvSpPr>
              <a:spLocks noChangeArrowheads="1"/>
            </p:cNvSpPr>
            <p:nvPr/>
          </p:nvSpPr>
          <p:spPr bwMode="auto">
            <a:xfrm>
              <a:off x="31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8624" name="Rectangle 32"/>
            <p:cNvSpPr>
              <a:spLocks noChangeArrowheads="1"/>
            </p:cNvSpPr>
            <p:nvPr/>
          </p:nvSpPr>
          <p:spPr bwMode="auto">
            <a:xfrm>
              <a:off x="286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8625" name="Rectangle 33"/>
            <p:cNvSpPr>
              <a:spLocks noChangeArrowheads="1"/>
            </p:cNvSpPr>
            <p:nvPr/>
          </p:nvSpPr>
          <p:spPr bwMode="auto">
            <a:xfrm>
              <a:off x="2625" y="1069"/>
              <a:ext cx="240"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8626" name="Rectangle 34"/>
            <p:cNvSpPr>
              <a:spLocks noChangeArrowheads="1"/>
            </p:cNvSpPr>
            <p:nvPr/>
          </p:nvSpPr>
          <p:spPr bwMode="auto">
            <a:xfrm>
              <a:off x="23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27" name="Rectangle 35"/>
            <p:cNvSpPr>
              <a:spLocks noChangeArrowheads="1"/>
            </p:cNvSpPr>
            <p:nvPr/>
          </p:nvSpPr>
          <p:spPr bwMode="auto">
            <a:xfrm>
              <a:off x="21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28" name="Rectangle 36"/>
            <p:cNvSpPr>
              <a:spLocks noChangeArrowheads="1"/>
            </p:cNvSpPr>
            <p:nvPr/>
          </p:nvSpPr>
          <p:spPr bwMode="auto">
            <a:xfrm>
              <a:off x="19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8629" name="Line 37"/>
            <p:cNvSpPr>
              <a:spLocks noChangeShapeType="1"/>
            </p:cNvSpPr>
            <p:nvPr/>
          </p:nvSpPr>
          <p:spPr bwMode="auto">
            <a:xfrm>
              <a:off x="1905" y="106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0" name="Line 38"/>
            <p:cNvSpPr>
              <a:spLocks noChangeShapeType="1"/>
            </p:cNvSpPr>
            <p:nvPr/>
          </p:nvSpPr>
          <p:spPr bwMode="auto">
            <a:xfrm>
              <a:off x="1905" y="129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1" name="Line 39"/>
            <p:cNvSpPr>
              <a:spLocks noChangeShapeType="1"/>
            </p:cNvSpPr>
            <p:nvPr/>
          </p:nvSpPr>
          <p:spPr bwMode="auto">
            <a:xfrm>
              <a:off x="190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2" name="Line 40"/>
            <p:cNvSpPr>
              <a:spLocks noChangeShapeType="1"/>
            </p:cNvSpPr>
            <p:nvPr/>
          </p:nvSpPr>
          <p:spPr bwMode="auto">
            <a:xfrm>
              <a:off x="21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3" name="Line 41"/>
            <p:cNvSpPr>
              <a:spLocks noChangeShapeType="1"/>
            </p:cNvSpPr>
            <p:nvPr/>
          </p:nvSpPr>
          <p:spPr bwMode="auto">
            <a:xfrm>
              <a:off x="23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4" name="Line 42"/>
            <p:cNvSpPr>
              <a:spLocks noChangeShapeType="1"/>
            </p:cNvSpPr>
            <p:nvPr/>
          </p:nvSpPr>
          <p:spPr bwMode="auto">
            <a:xfrm>
              <a:off x="262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5" name="Line 43"/>
            <p:cNvSpPr>
              <a:spLocks noChangeShapeType="1"/>
            </p:cNvSpPr>
            <p:nvPr/>
          </p:nvSpPr>
          <p:spPr bwMode="auto">
            <a:xfrm>
              <a:off x="286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6" name="Line 44"/>
            <p:cNvSpPr>
              <a:spLocks noChangeShapeType="1"/>
            </p:cNvSpPr>
            <p:nvPr/>
          </p:nvSpPr>
          <p:spPr bwMode="auto">
            <a:xfrm>
              <a:off x="310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7" name="Line 45"/>
            <p:cNvSpPr>
              <a:spLocks noChangeShapeType="1"/>
            </p:cNvSpPr>
            <p:nvPr/>
          </p:nvSpPr>
          <p:spPr bwMode="auto">
            <a:xfrm>
              <a:off x="33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8" name="Line 46"/>
            <p:cNvSpPr>
              <a:spLocks noChangeShapeType="1"/>
            </p:cNvSpPr>
            <p:nvPr/>
          </p:nvSpPr>
          <p:spPr bwMode="auto">
            <a:xfrm>
              <a:off x="35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39" name="Line 47"/>
            <p:cNvSpPr>
              <a:spLocks noChangeShapeType="1"/>
            </p:cNvSpPr>
            <p:nvPr/>
          </p:nvSpPr>
          <p:spPr bwMode="auto">
            <a:xfrm>
              <a:off x="382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40" name="Line 48"/>
            <p:cNvSpPr>
              <a:spLocks noChangeShapeType="1"/>
            </p:cNvSpPr>
            <p:nvPr/>
          </p:nvSpPr>
          <p:spPr bwMode="auto">
            <a:xfrm flipH="1">
              <a:off x="2208" y="1392"/>
              <a:ext cx="672" cy="24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41" name="Line 49"/>
            <p:cNvSpPr>
              <a:spLocks noChangeShapeType="1"/>
            </p:cNvSpPr>
            <p:nvPr/>
          </p:nvSpPr>
          <p:spPr bwMode="auto">
            <a:xfrm>
              <a:off x="2880" y="1392"/>
              <a:ext cx="672" cy="24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8642" name="Group 50"/>
          <p:cNvGrpSpPr>
            <a:grpSpLocks/>
          </p:cNvGrpSpPr>
          <p:nvPr/>
        </p:nvGrpSpPr>
        <p:grpSpPr bwMode="auto">
          <a:xfrm>
            <a:off x="2514600" y="2662238"/>
            <a:ext cx="3962400" cy="1223962"/>
            <a:chOff x="1584" y="1677"/>
            <a:chExt cx="2496" cy="771"/>
          </a:xfrm>
        </p:grpSpPr>
        <p:sp>
          <p:nvSpPr>
            <p:cNvPr id="238643" name="Text Box 51"/>
            <p:cNvSpPr txBox="1">
              <a:spLocks noChangeArrowheads="1"/>
            </p:cNvSpPr>
            <p:nvPr/>
          </p:nvSpPr>
          <p:spPr bwMode="auto">
            <a:xfrm>
              <a:off x="159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8644" name="Text Box 52"/>
            <p:cNvSpPr txBox="1">
              <a:spLocks noChangeArrowheads="1"/>
            </p:cNvSpPr>
            <p:nvPr/>
          </p:nvSpPr>
          <p:spPr bwMode="auto">
            <a:xfrm>
              <a:off x="183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8645" name="Text Box 53"/>
            <p:cNvSpPr txBox="1">
              <a:spLocks noChangeArrowheads="1"/>
            </p:cNvSpPr>
            <p:nvPr/>
          </p:nvSpPr>
          <p:spPr bwMode="auto">
            <a:xfrm>
              <a:off x="207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8646" name="Text Box 54"/>
            <p:cNvSpPr txBox="1">
              <a:spLocks noChangeArrowheads="1"/>
            </p:cNvSpPr>
            <p:nvPr/>
          </p:nvSpPr>
          <p:spPr bwMode="auto">
            <a:xfrm>
              <a:off x="231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8647" name="Rectangle 55"/>
            <p:cNvSpPr>
              <a:spLocks noChangeArrowheads="1"/>
            </p:cNvSpPr>
            <p:nvPr/>
          </p:nvSpPr>
          <p:spPr bwMode="auto">
            <a:xfrm>
              <a:off x="230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8648" name="Rectangle 56"/>
            <p:cNvSpPr>
              <a:spLocks noChangeArrowheads="1"/>
            </p:cNvSpPr>
            <p:nvPr/>
          </p:nvSpPr>
          <p:spPr bwMode="auto">
            <a:xfrm>
              <a:off x="206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8649" name="Rectangle 57"/>
            <p:cNvSpPr>
              <a:spLocks noChangeArrowheads="1"/>
            </p:cNvSpPr>
            <p:nvPr/>
          </p:nvSpPr>
          <p:spPr bwMode="auto">
            <a:xfrm>
              <a:off x="182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8650" name="Rectangle 58"/>
            <p:cNvSpPr>
              <a:spLocks noChangeArrowheads="1"/>
            </p:cNvSpPr>
            <p:nvPr/>
          </p:nvSpPr>
          <p:spPr bwMode="auto">
            <a:xfrm>
              <a:off x="158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51" name="Text Box 59"/>
            <p:cNvSpPr txBox="1">
              <a:spLocks noChangeArrowheads="1"/>
            </p:cNvSpPr>
            <p:nvPr/>
          </p:nvSpPr>
          <p:spPr bwMode="auto">
            <a:xfrm>
              <a:off x="316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8652" name="Text Box 60"/>
            <p:cNvSpPr txBox="1">
              <a:spLocks noChangeArrowheads="1"/>
            </p:cNvSpPr>
            <p:nvPr/>
          </p:nvSpPr>
          <p:spPr bwMode="auto">
            <a:xfrm>
              <a:off x="340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8653" name="Text Box 61"/>
            <p:cNvSpPr txBox="1">
              <a:spLocks noChangeArrowheads="1"/>
            </p:cNvSpPr>
            <p:nvPr/>
          </p:nvSpPr>
          <p:spPr bwMode="auto">
            <a:xfrm>
              <a:off x="364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8654" name="Text Box 62"/>
            <p:cNvSpPr txBox="1">
              <a:spLocks noChangeArrowheads="1"/>
            </p:cNvSpPr>
            <p:nvPr/>
          </p:nvSpPr>
          <p:spPr bwMode="auto">
            <a:xfrm>
              <a:off x="388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8655" name="Rectangle 63"/>
            <p:cNvSpPr>
              <a:spLocks noChangeArrowheads="1"/>
            </p:cNvSpPr>
            <p:nvPr/>
          </p:nvSpPr>
          <p:spPr bwMode="auto">
            <a:xfrm>
              <a:off x="384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8656" name="Rectangle 64"/>
            <p:cNvSpPr>
              <a:spLocks noChangeArrowheads="1"/>
            </p:cNvSpPr>
            <p:nvPr/>
          </p:nvSpPr>
          <p:spPr bwMode="auto">
            <a:xfrm>
              <a:off x="360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8657" name="Rectangle 65"/>
            <p:cNvSpPr>
              <a:spLocks noChangeArrowheads="1"/>
            </p:cNvSpPr>
            <p:nvPr/>
          </p:nvSpPr>
          <p:spPr bwMode="auto">
            <a:xfrm>
              <a:off x="336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58" name="Rectangle 66"/>
            <p:cNvSpPr>
              <a:spLocks noChangeArrowheads="1"/>
            </p:cNvSpPr>
            <p:nvPr/>
          </p:nvSpPr>
          <p:spPr bwMode="auto">
            <a:xfrm>
              <a:off x="312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8659" name="Line 67"/>
            <p:cNvSpPr>
              <a:spLocks noChangeShapeType="1"/>
            </p:cNvSpPr>
            <p:nvPr/>
          </p:nvSpPr>
          <p:spPr bwMode="auto">
            <a:xfrm flipH="1">
              <a:off x="1680"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60" name="Line 68"/>
            <p:cNvSpPr>
              <a:spLocks noChangeShapeType="1"/>
            </p:cNvSpPr>
            <p:nvPr/>
          </p:nvSpPr>
          <p:spPr bwMode="auto">
            <a:xfrm>
              <a:off x="2064"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61" name="Line 69"/>
            <p:cNvSpPr>
              <a:spLocks noChangeShapeType="1"/>
            </p:cNvSpPr>
            <p:nvPr/>
          </p:nvSpPr>
          <p:spPr bwMode="auto">
            <a:xfrm flipH="1">
              <a:off x="3216"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62" name="Line 70"/>
            <p:cNvSpPr>
              <a:spLocks noChangeShapeType="1"/>
            </p:cNvSpPr>
            <p:nvPr/>
          </p:nvSpPr>
          <p:spPr bwMode="auto">
            <a:xfrm>
              <a:off x="3600"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8663" name="Group 71"/>
          <p:cNvGrpSpPr>
            <a:grpSpLocks/>
          </p:cNvGrpSpPr>
          <p:nvPr/>
        </p:nvGrpSpPr>
        <p:grpSpPr bwMode="auto">
          <a:xfrm>
            <a:off x="2286000" y="3881438"/>
            <a:ext cx="4419600" cy="1300162"/>
            <a:chOff x="1440" y="2445"/>
            <a:chExt cx="2784" cy="819"/>
          </a:xfrm>
        </p:grpSpPr>
        <p:sp>
          <p:nvSpPr>
            <p:cNvPr id="238664" name="Text Box 72"/>
            <p:cNvSpPr txBox="1">
              <a:spLocks noChangeArrowheads="1"/>
            </p:cNvSpPr>
            <p:nvPr/>
          </p:nvSpPr>
          <p:spPr bwMode="auto">
            <a:xfrm>
              <a:off x="145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8665" name="Text Box 73"/>
            <p:cNvSpPr txBox="1">
              <a:spLocks noChangeArrowheads="1"/>
            </p:cNvSpPr>
            <p:nvPr/>
          </p:nvSpPr>
          <p:spPr bwMode="auto">
            <a:xfrm>
              <a:off x="169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8666" name="Rectangle 74"/>
            <p:cNvSpPr>
              <a:spLocks noChangeArrowheads="1"/>
            </p:cNvSpPr>
            <p:nvPr/>
          </p:nvSpPr>
          <p:spPr bwMode="auto">
            <a:xfrm>
              <a:off x="168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8667" name="Rectangle 75"/>
            <p:cNvSpPr>
              <a:spLocks noChangeArrowheads="1"/>
            </p:cNvSpPr>
            <p:nvPr/>
          </p:nvSpPr>
          <p:spPr bwMode="auto">
            <a:xfrm>
              <a:off x="144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68" name="Text Box 76"/>
            <p:cNvSpPr txBox="1">
              <a:spLocks noChangeArrowheads="1"/>
            </p:cNvSpPr>
            <p:nvPr/>
          </p:nvSpPr>
          <p:spPr bwMode="auto">
            <a:xfrm>
              <a:off x="222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8669" name="Text Box 77"/>
            <p:cNvSpPr txBox="1">
              <a:spLocks noChangeArrowheads="1"/>
            </p:cNvSpPr>
            <p:nvPr/>
          </p:nvSpPr>
          <p:spPr bwMode="auto">
            <a:xfrm>
              <a:off x="246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8670" name="Rectangle 78"/>
            <p:cNvSpPr>
              <a:spLocks noChangeArrowheads="1"/>
            </p:cNvSpPr>
            <p:nvPr/>
          </p:nvSpPr>
          <p:spPr bwMode="auto">
            <a:xfrm>
              <a:off x="244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8671" name="Rectangle 79"/>
            <p:cNvSpPr>
              <a:spLocks noChangeArrowheads="1"/>
            </p:cNvSpPr>
            <p:nvPr/>
          </p:nvSpPr>
          <p:spPr bwMode="auto">
            <a:xfrm>
              <a:off x="220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8672" name="Text Box 80"/>
            <p:cNvSpPr txBox="1">
              <a:spLocks noChangeArrowheads="1"/>
            </p:cNvSpPr>
            <p:nvPr/>
          </p:nvSpPr>
          <p:spPr bwMode="auto">
            <a:xfrm>
              <a:off x="302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8673" name="Text Box 81"/>
            <p:cNvSpPr txBox="1">
              <a:spLocks noChangeArrowheads="1"/>
            </p:cNvSpPr>
            <p:nvPr/>
          </p:nvSpPr>
          <p:spPr bwMode="auto">
            <a:xfrm>
              <a:off x="326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8674" name="Rectangle 82"/>
            <p:cNvSpPr>
              <a:spLocks noChangeArrowheads="1"/>
            </p:cNvSpPr>
            <p:nvPr/>
          </p:nvSpPr>
          <p:spPr bwMode="auto">
            <a:xfrm>
              <a:off x="321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8675" name="Rectangle 83"/>
            <p:cNvSpPr>
              <a:spLocks noChangeArrowheads="1"/>
            </p:cNvSpPr>
            <p:nvPr/>
          </p:nvSpPr>
          <p:spPr bwMode="auto">
            <a:xfrm>
              <a:off x="297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8676" name="Text Box 84"/>
            <p:cNvSpPr txBox="1">
              <a:spLocks noChangeArrowheads="1"/>
            </p:cNvSpPr>
            <p:nvPr/>
          </p:nvSpPr>
          <p:spPr bwMode="auto">
            <a:xfrm>
              <a:off x="379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8677" name="Text Box 85"/>
            <p:cNvSpPr txBox="1">
              <a:spLocks noChangeArrowheads="1"/>
            </p:cNvSpPr>
            <p:nvPr/>
          </p:nvSpPr>
          <p:spPr bwMode="auto">
            <a:xfrm>
              <a:off x="403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8678" name="Rectangle 86"/>
            <p:cNvSpPr>
              <a:spLocks noChangeArrowheads="1"/>
            </p:cNvSpPr>
            <p:nvPr/>
          </p:nvSpPr>
          <p:spPr bwMode="auto">
            <a:xfrm>
              <a:off x="398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8679" name="Rectangle 87"/>
            <p:cNvSpPr>
              <a:spLocks noChangeArrowheads="1"/>
            </p:cNvSpPr>
            <p:nvPr/>
          </p:nvSpPr>
          <p:spPr bwMode="auto">
            <a:xfrm>
              <a:off x="374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8680" name="Line 88"/>
            <p:cNvSpPr>
              <a:spLocks noChangeShapeType="1"/>
            </p:cNvSpPr>
            <p:nvPr/>
          </p:nvSpPr>
          <p:spPr bwMode="auto">
            <a:xfrm flipH="1">
              <a:off x="1536"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1" name="Line 89"/>
            <p:cNvSpPr>
              <a:spLocks noChangeShapeType="1"/>
            </p:cNvSpPr>
            <p:nvPr/>
          </p:nvSpPr>
          <p:spPr bwMode="auto">
            <a:xfrm>
              <a:off x="1680"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2" name="Line 90"/>
            <p:cNvSpPr>
              <a:spLocks noChangeShapeType="1"/>
            </p:cNvSpPr>
            <p:nvPr/>
          </p:nvSpPr>
          <p:spPr bwMode="auto">
            <a:xfrm flipH="1">
              <a:off x="2304"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3" name="Line 91"/>
            <p:cNvSpPr>
              <a:spLocks noChangeShapeType="1"/>
            </p:cNvSpPr>
            <p:nvPr/>
          </p:nvSpPr>
          <p:spPr bwMode="auto">
            <a:xfrm>
              <a:off x="2448"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4" name="Line 92"/>
            <p:cNvSpPr>
              <a:spLocks noChangeShapeType="1"/>
            </p:cNvSpPr>
            <p:nvPr/>
          </p:nvSpPr>
          <p:spPr bwMode="auto">
            <a:xfrm flipH="1">
              <a:off x="3072"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5" name="Line 93"/>
            <p:cNvSpPr>
              <a:spLocks noChangeShapeType="1"/>
            </p:cNvSpPr>
            <p:nvPr/>
          </p:nvSpPr>
          <p:spPr bwMode="auto">
            <a:xfrm>
              <a:off x="3216"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6" name="Line 94"/>
            <p:cNvSpPr>
              <a:spLocks noChangeShapeType="1"/>
            </p:cNvSpPr>
            <p:nvPr/>
          </p:nvSpPr>
          <p:spPr bwMode="auto">
            <a:xfrm flipH="1">
              <a:off x="3840"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87" name="Line 95"/>
            <p:cNvSpPr>
              <a:spLocks noChangeShapeType="1"/>
            </p:cNvSpPr>
            <p:nvPr/>
          </p:nvSpPr>
          <p:spPr bwMode="auto">
            <a:xfrm>
              <a:off x="3984"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8688" name="Text Box 96"/>
          <p:cNvSpPr txBox="1">
            <a:spLocks noChangeArrowheads="1"/>
          </p:cNvSpPr>
          <p:nvPr/>
        </p:nvSpPr>
        <p:spPr bwMode="auto">
          <a:xfrm>
            <a:off x="584200" y="1573213"/>
            <a:ext cx="15525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Conquer</a:t>
            </a:r>
          </a:p>
          <a:p>
            <a:r>
              <a:rPr lang="en-US" altLang="en-US" sz="2800">
                <a:solidFill>
                  <a:srgbClr val="DD0111"/>
                </a:solidFill>
              </a:rPr>
              <a:t>and</a:t>
            </a:r>
          </a:p>
          <a:p>
            <a:r>
              <a:rPr lang="en-US" altLang="en-US" sz="2800">
                <a:solidFill>
                  <a:srgbClr val="DD0111"/>
                </a:solidFill>
              </a:rPr>
              <a:t>Merge</a:t>
            </a:r>
          </a:p>
        </p:txBody>
      </p:sp>
    </p:spTree>
    <p:extLst>
      <p:ext uri="{BB962C8B-B14F-4D97-AF65-F5344CB8AC3E}">
        <p14:creationId xmlns:p14="http://schemas.microsoft.com/office/powerpoint/2010/main" val="314398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lide Number Placeholder 4"/>
          <p:cNvSpPr>
            <a:spLocks noGrp="1"/>
          </p:cNvSpPr>
          <p:nvPr>
            <p:ph type="sldNum" sz="quarter" idx="11"/>
          </p:nvPr>
        </p:nvSpPr>
        <p:spPr/>
        <p:txBody>
          <a:bodyPr/>
          <a:lstStyle/>
          <a:p>
            <a:fld id="{6B1BE10F-1977-4CEA-BE48-7CCC7485B3EA}" type="slidenum">
              <a:rPr lang="en-US" altLang="en-US"/>
              <a:pPr/>
              <a:t>16</a:t>
            </a:fld>
            <a:endParaRPr lang="en-US" altLang="en-US"/>
          </a:p>
        </p:txBody>
      </p:sp>
      <p:sp>
        <p:nvSpPr>
          <p:cNvPr id="239618" name="Rectangle 2"/>
          <p:cNvSpPr>
            <a:spLocks noGrp="1" noChangeArrowheads="1"/>
          </p:cNvSpPr>
          <p:nvPr>
            <p:ph type="title"/>
          </p:nvPr>
        </p:nvSpPr>
        <p:spPr/>
        <p:txBody>
          <a:bodyPr/>
          <a:lstStyle/>
          <a:p>
            <a:r>
              <a:rPr lang="en-US" altLang="en-US"/>
              <a:t>Example – </a:t>
            </a:r>
            <a:r>
              <a:rPr lang="en-US" altLang="en-US">
                <a:latin typeface="Comic Sans MS" pitchFamily="66" charset="0"/>
              </a:rPr>
              <a:t>n</a:t>
            </a:r>
            <a:r>
              <a:rPr lang="en-US" altLang="en-US"/>
              <a:t> Not a Power of 2</a:t>
            </a:r>
          </a:p>
        </p:txBody>
      </p:sp>
      <p:grpSp>
        <p:nvGrpSpPr>
          <p:cNvPr id="239619" name="Group 3"/>
          <p:cNvGrpSpPr>
            <a:grpSpLocks/>
          </p:cNvGrpSpPr>
          <p:nvPr/>
        </p:nvGrpSpPr>
        <p:grpSpPr bwMode="auto">
          <a:xfrm>
            <a:off x="2438400" y="1219200"/>
            <a:ext cx="5638800" cy="609600"/>
            <a:chOff x="1536" y="768"/>
            <a:chExt cx="3552" cy="384"/>
          </a:xfrm>
        </p:grpSpPr>
        <p:sp>
          <p:nvSpPr>
            <p:cNvPr id="239620" name="Rectangle 4"/>
            <p:cNvSpPr>
              <a:spLocks noChangeArrowheads="1"/>
            </p:cNvSpPr>
            <p:nvPr/>
          </p:nvSpPr>
          <p:spPr bwMode="auto">
            <a:xfrm>
              <a:off x="3953"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621" name="Rectangle 5"/>
            <p:cNvSpPr>
              <a:spLocks noChangeArrowheads="1"/>
            </p:cNvSpPr>
            <p:nvPr/>
          </p:nvSpPr>
          <p:spPr bwMode="auto">
            <a:xfrm>
              <a:off x="3712"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622" name="Rectangle 6"/>
            <p:cNvSpPr>
              <a:spLocks noChangeArrowheads="1"/>
            </p:cNvSpPr>
            <p:nvPr/>
          </p:nvSpPr>
          <p:spPr bwMode="auto">
            <a:xfrm>
              <a:off x="3470"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9623" name="Rectangle 7"/>
            <p:cNvSpPr>
              <a:spLocks noChangeArrowheads="1"/>
            </p:cNvSpPr>
            <p:nvPr/>
          </p:nvSpPr>
          <p:spPr bwMode="auto">
            <a:xfrm>
              <a:off x="3228"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9624" name="Rectangle 8"/>
            <p:cNvSpPr>
              <a:spLocks noChangeArrowheads="1"/>
            </p:cNvSpPr>
            <p:nvPr/>
          </p:nvSpPr>
          <p:spPr bwMode="auto">
            <a:xfrm>
              <a:off x="2987"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625" name="Rectangle 9"/>
            <p:cNvSpPr>
              <a:spLocks noChangeArrowheads="1"/>
            </p:cNvSpPr>
            <p:nvPr/>
          </p:nvSpPr>
          <p:spPr bwMode="auto">
            <a:xfrm>
              <a:off x="2744" y="922"/>
              <a:ext cx="243" cy="23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626" name="Rectangle 10"/>
            <p:cNvSpPr>
              <a:spLocks noChangeArrowheads="1"/>
            </p:cNvSpPr>
            <p:nvPr/>
          </p:nvSpPr>
          <p:spPr bwMode="auto">
            <a:xfrm>
              <a:off x="2503"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9627" name="Rectangle 11"/>
            <p:cNvSpPr>
              <a:spLocks noChangeArrowheads="1"/>
            </p:cNvSpPr>
            <p:nvPr/>
          </p:nvSpPr>
          <p:spPr bwMode="auto">
            <a:xfrm>
              <a:off x="2261"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628" name="Rectangle 12"/>
            <p:cNvSpPr>
              <a:spLocks noChangeArrowheads="1"/>
            </p:cNvSpPr>
            <p:nvPr/>
          </p:nvSpPr>
          <p:spPr bwMode="auto">
            <a:xfrm>
              <a:off x="2019"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629" name="Rectangle 13"/>
            <p:cNvSpPr>
              <a:spLocks noChangeArrowheads="1"/>
            </p:cNvSpPr>
            <p:nvPr/>
          </p:nvSpPr>
          <p:spPr bwMode="auto">
            <a:xfrm>
              <a:off x="1778"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630" name="Rectangle 14"/>
            <p:cNvSpPr>
              <a:spLocks noChangeArrowheads="1"/>
            </p:cNvSpPr>
            <p:nvPr/>
          </p:nvSpPr>
          <p:spPr bwMode="auto">
            <a:xfrm>
              <a:off x="1536"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631" name="Line 15"/>
            <p:cNvSpPr>
              <a:spLocks noChangeShapeType="1"/>
            </p:cNvSpPr>
            <p:nvPr/>
          </p:nvSpPr>
          <p:spPr bwMode="auto">
            <a:xfrm>
              <a:off x="1536" y="92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2" name="Line 16"/>
            <p:cNvSpPr>
              <a:spLocks noChangeShapeType="1"/>
            </p:cNvSpPr>
            <p:nvPr/>
          </p:nvSpPr>
          <p:spPr bwMode="auto">
            <a:xfrm>
              <a:off x="1536" y="115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3" name="Line 17"/>
            <p:cNvSpPr>
              <a:spLocks noChangeShapeType="1"/>
            </p:cNvSpPr>
            <p:nvPr/>
          </p:nvSpPr>
          <p:spPr bwMode="auto">
            <a:xfrm>
              <a:off x="1536"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4" name="Line 18"/>
            <p:cNvSpPr>
              <a:spLocks noChangeShapeType="1"/>
            </p:cNvSpPr>
            <p:nvPr/>
          </p:nvSpPr>
          <p:spPr bwMode="auto">
            <a:xfrm>
              <a:off x="177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5" name="Line 19"/>
            <p:cNvSpPr>
              <a:spLocks noChangeShapeType="1"/>
            </p:cNvSpPr>
            <p:nvPr/>
          </p:nvSpPr>
          <p:spPr bwMode="auto">
            <a:xfrm>
              <a:off x="2019"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6" name="Line 20"/>
            <p:cNvSpPr>
              <a:spLocks noChangeShapeType="1"/>
            </p:cNvSpPr>
            <p:nvPr/>
          </p:nvSpPr>
          <p:spPr bwMode="auto">
            <a:xfrm>
              <a:off x="2261"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7" name="Line 21"/>
            <p:cNvSpPr>
              <a:spLocks noChangeShapeType="1"/>
            </p:cNvSpPr>
            <p:nvPr/>
          </p:nvSpPr>
          <p:spPr bwMode="auto">
            <a:xfrm>
              <a:off x="250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8" name="Line 22"/>
            <p:cNvSpPr>
              <a:spLocks noChangeShapeType="1"/>
            </p:cNvSpPr>
            <p:nvPr/>
          </p:nvSpPr>
          <p:spPr bwMode="auto">
            <a:xfrm>
              <a:off x="2744"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39" name="Line 23"/>
            <p:cNvSpPr>
              <a:spLocks noChangeShapeType="1"/>
            </p:cNvSpPr>
            <p:nvPr/>
          </p:nvSpPr>
          <p:spPr bwMode="auto">
            <a:xfrm>
              <a:off x="2987"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0" name="Line 24"/>
            <p:cNvSpPr>
              <a:spLocks noChangeShapeType="1"/>
            </p:cNvSpPr>
            <p:nvPr/>
          </p:nvSpPr>
          <p:spPr bwMode="auto">
            <a:xfrm>
              <a:off x="322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1" name="Line 25"/>
            <p:cNvSpPr>
              <a:spLocks noChangeShapeType="1"/>
            </p:cNvSpPr>
            <p:nvPr/>
          </p:nvSpPr>
          <p:spPr bwMode="auto">
            <a:xfrm>
              <a:off x="3470"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2" name="Line 26"/>
            <p:cNvSpPr>
              <a:spLocks noChangeShapeType="1"/>
            </p:cNvSpPr>
            <p:nvPr/>
          </p:nvSpPr>
          <p:spPr bwMode="auto">
            <a:xfrm>
              <a:off x="3712"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3" name="Line 27"/>
            <p:cNvSpPr>
              <a:spLocks noChangeShapeType="1"/>
            </p:cNvSpPr>
            <p:nvPr/>
          </p:nvSpPr>
          <p:spPr bwMode="auto">
            <a:xfrm>
              <a:off x="395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4" name="Line 28"/>
            <p:cNvSpPr>
              <a:spLocks noChangeShapeType="1"/>
            </p:cNvSpPr>
            <p:nvPr/>
          </p:nvSpPr>
          <p:spPr bwMode="auto">
            <a:xfrm>
              <a:off x="4195"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45" name="Text Box 29"/>
            <p:cNvSpPr txBox="1">
              <a:spLocks noChangeArrowheads="1"/>
            </p:cNvSpPr>
            <p:nvPr/>
          </p:nvSpPr>
          <p:spPr bwMode="auto">
            <a:xfrm>
              <a:off x="15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9646" name="Text Box 30"/>
            <p:cNvSpPr txBox="1">
              <a:spLocks noChangeArrowheads="1"/>
            </p:cNvSpPr>
            <p:nvPr/>
          </p:nvSpPr>
          <p:spPr bwMode="auto">
            <a:xfrm>
              <a:off x="18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9647" name="Text Box 31"/>
            <p:cNvSpPr txBox="1">
              <a:spLocks noChangeArrowheads="1"/>
            </p:cNvSpPr>
            <p:nvPr/>
          </p:nvSpPr>
          <p:spPr bwMode="auto">
            <a:xfrm>
              <a:off x="20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9648" name="Text Box 32"/>
            <p:cNvSpPr txBox="1">
              <a:spLocks noChangeArrowheads="1"/>
            </p:cNvSpPr>
            <p:nvPr/>
          </p:nvSpPr>
          <p:spPr bwMode="auto">
            <a:xfrm>
              <a:off x="23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9649" name="Text Box 33"/>
            <p:cNvSpPr txBox="1">
              <a:spLocks noChangeArrowheads="1"/>
            </p:cNvSpPr>
            <p:nvPr/>
          </p:nvSpPr>
          <p:spPr bwMode="auto">
            <a:xfrm>
              <a:off x="254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9650" name="Text Box 34"/>
            <p:cNvSpPr txBox="1">
              <a:spLocks noChangeArrowheads="1"/>
            </p:cNvSpPr>
            <p:nvPr/>
          </p:nvSpPr>
          <p:spPr bwMode="auto">
            <a:xfrm>
              <a:off x="27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9651" name="Text Box 35"/>
            <p:cNvSpPr txBox="1">
              <a:spLocks noChangeArrowheads="1"/>
            </p:cNvSpPr>
            <p:nvPr/>
          </p:nvSpPr>
          <p:spPr bwMode="auto">
            <a:xfrm>
              <a:off x="30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9652" name="Text Box 36"/>
            <p:cNvSpPr txBox="1">
              <a:spLocks noChangeArrowheads="1"/>
            </p:cNvSpPr>
            <p:nvPr/>
          </p:nvSpPr>
          <p:spPr bwMode="auto">
            <a:xfrm>
              <a:off x="32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9653" name="Text Box 37"/>
            <p:cNvSpPr txBox="1">
              <a:spLocks noChangeArrowheads="1"/>
            </p:cNvSpPr>
            <p:nvPr/>
          </p:nvSpPr>
          <p:spPr bwMode="auto">
            <a:xfrm>
              <a:off x="35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39654" name="Text Box 38"/>
            <p:cNvSpPr txBox="1">
              <a:spLocks noChangeArrowheads="1"/>
            </p:cNvSpPr>
            <p:nvPr/>
          </p:nvSpPr>
          <p:spPr bwMode="auto">
            <a:xfrm>
              <a:off x="369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39655" name="Text Box 39"/>
            <p:cNvSpPr txBox="1">
              <a:spLocks noChangeArrowheads="1"/>
            </p:cNvSpPr>
            <p:nvPr/>
          </p:nvSpPr>
          <p:spPr bwMode="auto">
            <a:xfrm>
              <a:off x="393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39656" name="Text Box 40"/>
            <p:cNvSpPr txBox="1">
              <a:spLocks noChangeArrowheads="1"/>
            </p:cNvSpPr>
            <p:nvPr/>
          </p:nvSpPr>
          <p:spPr bwMode="auto">
            <a:xfrm>
              <a:off x="4464" y="912"/>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6</a:t>
              </a:r>
            </a:p>
          </p:txBody>
        </p:sp>
      </p:grpSp>
      <p:grpSp>
        <p:nvGrpSpPr>
          <p:cNvPr id="239657" name="Group 41"/>
          <p:cNvGrpSpPr>
            <a:grpSpLocks/>
          </p:cNvGrpSpPr>
          <p:nvPr/>
        </p:nvGrpSpPr>
        <p:grpSpPr bwMode="auto">
          <a:xfrm>
            <a:off x="762000" y="1905000"/>
            <a:ext cx="7315200" cy="914400"/>
            <a:chOff x="480" y="1200"/>
            <a:chExt cx="4608" cy="576"/>
          </a:xfrm>
        </p:grpSpPr>
        <p:sp>
          <p:nvSpPr>
            <p:cNvPr id="239658" name="Rectangle 42"/>
            <p:cNvSpPr>
              <a:spLocks noChangeArrowheads="1"/>
            </p:cNvSpPr>
            <p:nvPr/>
          </p:nvSpPr>
          <p:spPr bwMode="auto">
            <a:xfrm>
              <a:off x="2360" y="1546"/>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659" name="Rectangle 43"/>
            <p:cNvSpPr>
              <a:spLocks noChangeArrowheads="1"/>
            </p:cNvSpPr>
            <p:nvPr/>
          </p:nvSpPr>
          <p:spPr bwMode="auto">
            <a:xfrm>
              <a:off x="2119"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9660" name="Rectangle 44"/>
            <p:cNvSpPr>
              <a:spLocks noChangeArrowheads="1"/>
            </p:cNvSpPr>
            <p:nvPr/>
          </p:nvSpPr>
          <p:spPr bwMode="auto">
            <a:xfrm>
              <a:off x="1877"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661" name="Rectangle 45"/>
            <p:cNvSpPr>
              <a:spLocks noChangeArrowheads="1"/>
            </p:cNvSpPr>
            <p:nvPr/>
          </p:nvSpPr>
          <p:spPr bwMode="auto">
            <a:xfrm>
              <a:off x="1635" y="1546"/>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662" name="Rectangle 46"/>
            <p:cNvSpPr>
              <a:spLocks noChangeArrowheads="1"/>
            </p:cNvSpPr>
            <p:nvPr/>
          </p:nvSpPr>
          <p:spPr bwMode="auto">
            <a:xfrm>
              <a:off x="1394"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663" name="Rectangle 47"/>
            <p:cNvSpPr>
              <a:spLocks noChangeArrowheads="1"/>
            </p:cNvSpPr>
            <p:nvPr/>
          </p:nvSpPr>
          <p:spPr bwMode="auto">
            <a:xfrm>
              <a:off x="1152"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664" name="Line 48"/>
            <p:cNvSpPr>
              <a:spLocks noChangeShapeType="1"/>
            </p:cNvSpPr>
            <p:nvPr/>
          </p:nvSpPr>
          <p:spPr bwMode="auto">
            <a:xfrm>
              <a:off x="1394"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65" name="Line 49"/>
            <p:cNvSpPr>
              <a:spLocks noChangeShapeType="1"/>
            </p:cNvSpPr>
            <p:nvPr/>
          </p:nvSpPr>
          <p:spPr bwMode="auto">
            <a:xfrm>
              <a:off x="1635"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66" name="Line 50"/>
            <p:cNvSpPr>
              <a:spLocks noChangeShapeType="1"/>
            </p:cNvSpPr>
            <p:nvPr/>
          </p:nvSpPr>
          <p:spPr bwMode="auto">
            <a:xfrm>
              <a:off x="1877"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67" name="Line 51"/>
            <p:cNvSpPr>
              <a:spLocks noChangeShapeType="1"/>
            </p:cNvSpPr>
            <p:nvPr/>
          </p:nvSpPr>
          <p:spPr bwMode="auto">
            <a:xfrm>
              <a:off x="2119"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68" name="Line 52"/>
            <p:cNvSpPr>
              <a:spLocks noChangeShapeType="1"/>
            </p:cNvSpPr>
            <p:nvPr/>
          </p:nvSpPr>
          <p:spPr bwMode="auto">
            <a:xfrm>
              <a:off x="2360"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69" name="Line 53"/>
            <p:cNvSpPr>
              <a:spLocks noChangeShapeType="1"/>
            </p:cNvSpPr>
            <p:nvPr/>
          </p:nvSpPr>
          <p:spPr bwMode="auto">
            <a:xfrm>
              <a:off x="2603"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70" name="Text Box 54"/>
            <p:cNvSpPr txBox="1">
              <a:spLocks noChangeArrowheads="1"/>
            </p:cNvSpPr>
            <p:nvPr/>
          </p:nvSpPr>
          <p:spPr bwMode="auto">
            <a:xfrm>
              <a:off x="12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9671" name="Text Box 55"/>
            <p:cNvSpPr txBox="1">
              <a:spLocks noChangeArrowheads="1"/>
            </p:cNvSpPr>
            <p:nvPr/>
          </p:nvSpPr>
          <p:spPr bwMode="auto">
            <a:xfrm>
              <a:off x="144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9672" name="Text Box 56"/>
            <p:cNvSpPr txBox="1">
              <a:spLocks noChangeArrowheads="1"/>
            </p:cNvSpPr>
            <p:nvPr/>
          </p:nvSpPr>
          <p:spPr bwMode="auto">
            <a:xfrm>
              <a:off x="168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9673" name="Text Box 57"/>
            <p:cNvSpPr txBox="1">
              <a:spLocks noChangeArrowheads="1"/>
            </p:cNvSpPr>
            <p:nvPr/>
          </p:nvSpPr>
          <p:spPr bwMode="auto">
            <a:xfrm>
              <a:off x="192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9674" name="Text Box 58"/>
            <p:cNvSpPr txBox="1">
              <a:spLocks noChangeArrowheads="1"/>
            </p:cNvSpPr>
            <p:nvPr/>
          </p:nvSpPr>
          <p:spPr bwMode="auto">
            <a:xfrm>
              <a:off x="216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9675" name="Text Box 59"/>
            <p:cNvSpPr txBox="1">
              <a:spLocks noChangeArrowheads="1"/>
            </p:cNvSpPr>
            <p:nvPr/>
          </p:nvSpPr>
          <p:spPr bwMode="auto">
            <a:xfrm>
              <a:off x="24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9676" name="Rectangle 60"/>
            <p:cNvSpPr>
              <a:spLocks noChangeArrowheads="1"/>
            </p:cNvSpPr>
            <p:nvPr/>
          </p:nvSpPr>
          <p:spPr bwMode="auto">
            <a:xfrm>
              <a:off x="4134"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677" name="Rectangle 61"/>
            <p:cNvSpPr>
              <a:spLocks noChangeArrowheads="1"/>
            </p:cNvSpPr>
            <p:nvPr/>
          </p:nvSpPr>
          <p:spPr bwMode="auto">
            <a:xfrm>
              <a:off x="3893"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678" name="Rectangle 62"/>
            <p:cNvSpPr>
              <a:spLocks noChangeArrowheads="1"/>
            </p:cNvSpPr>
            <p:nvPr/>
          </p:nvSpPr>
          <p:spPr bwMode="auto">
            <a:xfrm>
              <a:off x="3651" y="1546"/>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9679" name="Rectangle 63"/>
            <p:cNvSpPr>
              <a:spLocks noChangeArrowheads="1"/>
            </p:cNvSpPr>
            <p:nvPr/>
          </p:nvSpPr>
          <p:spPr bwMode="auto">
            <a:xfrm>
              <a:off x="3409"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9680" name="Rectangle 64"/>
            <p:cNvSpPr>
              <a:spLocks noChangeArrowheads="1"/>
            </p:cNvSpPr>
            <p:nvPr/>
          </p:nvSpPr>
          <p:spPr bwMode="auto">
            <a:xfrm>
              <a:off x="3168"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681" name="Line 65"/>
            <p:cNvSpPr>
              <a:spLocks noChangeShapeType="1"/>
            </p:cNvSpPr>
            <p:nvPr/>
          </p:nvSpPr>
          <p:spPr bwMode="auto">
            <a:xfrm>
              <a:off x="3168"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82" name="Line 66"/>
            <p:cNvSpPr>
              <a:spLocks noChangeShapeType="1"/>
            </p:cNvSpPr>
            <p:nvPr/>
          </p:nvSpPr>
          <p:spPr bwMode="auto">
            <a:xfrm>
              <a:off x="3409"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83" name="Line 67"/>
            <p:cNvSpPr>
              <a:spLocks noChangeShapeType="1"/>
            </p:cNvSpPr>
            <p:nvPr/>
          </p:nvSpPr>
          <p:spPr bwMode="auto">
            <a:xfrm>
              <a:off x="4134"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84" name="Text Box 68"/>
            <p:cNvSpPr txBox="1">
              <a:spLocks noChangeArrowheads="1"/>
            </p:cNvSpPr>
            <p:nvPr/>
          </p:nvSpPr>
          <p:spPr bwMode="auto">
            <a:xfrm>
              <a:off x="320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9685" name="Text Box 69"/>
            <p:cNvSpPr txBox="1">
              <a:spLocks noChangeArrowheads="1"/>
            </p:cNvSpPr>
            <p:nvPr/>
          </p:nvSpPr>
          <p:spPr bwMode="auto">
            <a:xfrm>
              <a:off x="344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9686" name="Text Box 70"/>
            <p:cNvSpPr txBox="1">
              <a:spLocks noChangeArrowheads="1"/>
            </p:cNvSpPr>
            <p:nvPr/>
          </p:nvSpPr>
          <p:spPr bwMode="auto">
            <a:xfrm>
              <a:off x="368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39687" name="Text Box 71"/>
            <p:cNvSpPr txBox="1">
              <a:spLocks noChangeArrowheads="1"/>
            </p:cNvSpPr>
            <p:nvPr/>
          </p:nvSpPr>
          <p:spPr bwMode="auto">
            <a:xfrm>
              <a:off x="387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39688" name="Text Box 72"/>
            <p:cNvSpPr txBox="1">
              <a:spLocks noChangeArrowheads="1"/>
            </p:cNvSpPr>
            <p:nvPr/>
          </p:nvSpPr>
          <p:spPr bwMode="auto">
            <a:xfrm>
              <a:off x="411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39689" name="Text Box 73"/>
            <p:cNvSpPr txBox="1">
              <a:spLocks noChangeArrowheads="1"/>
            </p:cNvSpPr>
            <p:nvPr/>
          </p:nvSpPr>
          <p:spPr bwMode="auto">
            <a:xfrm>
              <a:off x="4464" y="1564"/>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9</a:t>
              </a:r>
            </a:p>
          </p:txBody>
        </p:sp>
        <p:sp>
          <p:nvSpPr>
            <p:cNvPr id="239690" name="Text Box 74"/>
            <p:cNvSpPr txBox="1">
              <a:spLocks noChangeArrowheads="1"/>
            </p:cNvSpPr>
            <p:nvPr/>
          </p:nvSpPr>
          <p:spPr bwMode="auto">
            <a:xfrm>
              <a:off x="480" y="1536"/>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3</a:t>
              </a:r>
            </a:p>
          </p:txBody>
        </p:sp>
        <p:sp>
          <p:nvSpPr>
            <p:cNvPr id="239691" name="Line 75"/>
            <p:cNvSpPr>
              <a:spLocks noChangeShapeType="1"/>
            </p:cNvSpPr>
            <p:nvPr/>
          </p:nvSpPr>
          <p:spPr bwMode="auto">
            <a:xfrm flipH="1">
              <a:off x="2112" y="1200"/>
              <a:ext cx="72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92" name="Line 76"/>
            <p:cNvSpPr>
              <a:spLocks noChangeShapeType="1"/>
            </p:cNvSpPr>
            <p:nvPr/>
          </p:nvSpPr>
          <p:spPr bwMode="auto">
            <a:xfrm>
              <a:off x="2832" y="1200"/>
              <a:ext cx="72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9693" name="Group 77"/>
          <p:cNvGrpSpPr>
            <a:grpSpLocks/>
          </p:cNvGrpSpPr>
          <p:nvPr/>
        </p:nvGrpSpPr>
        <p:grpSpPr bwMode="auto">
          <a:xfrm>
            <a:off x="1516063" y="2895600"/>
            <a:ext cx="5583237" cy="914400"/>
            <a:chOff x="955" y="1824"/>
            <a:chExt cx="3517" cy="576"/>
          </a:xfrm>
        </p:grpSpPr>
        <p:sp>
          <p:nvSpPr>
            <p:cNvPr id="239694" name="Rectangle 78"/>
            <p:cNvSpPr>
              <a:spLocks noChangeArrowheads="1"/>
            </p:cNvSpPr>
            <p:nvPr/>
          </p:nvSpPr>
          <p:spPr bwMode="auto">
            <a:xfrm>
              <a:off x="1438"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695" name="Rectangle 79"/>
            <p:cNvSpPr>
              <a:spLocks noChangeArrowheads="1"/>
            </p:cNvSpPr>
            <p:nvPr/>
          </p:nvSpPr>
          <p:spPr bwMode="auto">
            <a:xfrm>
              <a:off x="1197"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696" name="Rectangle 80"/>
            <p:cNvSpPr>
              <a:spLocks noChangeArrowheads="1"/>
            </p:cNvSpPr>
            <p:nvPr/>
          </p:nvSpPr>
          <p:spPr bwMode="auto">
            <a:xfrm>
              <a:off x="95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697" name="Line 81"/>
            <p:cNvSpPr>
              <a:spLocks noChangeShapeType="1"/>
            </p:cNvSpPr>
            <p:nvPr/>
          </p:nvSpPr>
          <p:spPr bwMode="auto">
            <a:xfrm>
              <a:off x="1197"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98" name="Line 82"/>
            <p:cNvSpPr>
              <a:spLocks noChangeShapeType="1"/>
            </p:cNvSpPr>
            <p:nvPr/>
          </p:nvSpPr>
          <p:spPr bwMode="auto">
            <a:xfrm>
              <a:off x="143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699" name="Line 83"/>
            <p:cNvSpPr>
              <a:spLocks noChangeShapeType="1"/>
            </p:cNvSpPr>
            <p:nvPr/>
          </p:nvSpPr>
          <p:spPr bwMode="auto">
            <a:xfrm>
              <a:off x="168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00" name="Text Box 84"/>
            <p:cNvSpPr txBox="1">
              <a:spLocks noChangeArrowheads="1"/>
            </p:cNvSpPr>
            <p:nvPr/>
          </p:nvSpPr>
          <p:spPr bwMode="auto">
            <a:xfrm>
              <a:off x="100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9701" name="Text Box 85"/>
            <p:cNvSpPr txBox="1">
              <a:spLocks noChangeArrowheads="1"/>
            </p:cNvSpPr>
            <p:nvPr/>
          </p:nvSpPr>
          <p:spPr bwMode="auto">
            <a:xfrm>
              <a:off x="124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9702" name="Text Box 86"/>
            <p:cNvSpPr txBox="1">
              <a:spLocks noChangeArrowheads="1"/>
            </p:cNvSpPr>
            <p:nvPr/>
          </p:nvSpPr>
          <p:spPr bwMode="auto">
            <a:xfrm>
              <a:off x="148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9703" name="Rectangle 87"/>
            <p:cNvSpPr>
              <a:spLocks noChangeArrowheads="1"/>
            </p:cNvSpPr>
            <p:nvPr/>
          </p:nvSpPr>
          <p:spPr bwMode="auto">
            <a:xfrm>
              <a:off x="2499" y="2170"/>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704" name="Rectangle 88"/>
            <p:cNvSpPr>
              <a:spLocks noChangeArrowheads="1"/>
            </p:cNvSpPr>
            <p:nvPr/>
          </p:nvSpPr>
          <p:spPr bwMode="auto">
            <a:xfrm>
              <a:off x="2258"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9705" name="Rectangle 89"/>
            <p:cNvSpPr>
              <a:spLocks noChangeArrowheads="1"/>
            </p:cNvSpPr>
            <p:nvPr/>
          </p:nvSpPr>
          <p:spPr bwMode="auto">
            <a:xfrm>
              <a:off x="2016"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706" name="Line 90"/>
            <p:cNvSpPr>
              <a:spLocks noChangeShapeType="1"/>
            </p:cNvSpPr>
            <p:nvPr/>
          </p:nvSpPr>
          <p:spPr bwMode="auto">
            <a:xfrm>
              <a:off x="2016"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07" name="Line 91"/>
            <p:cNvSpPr>
              <a:spLocks noChangeShapeType="1"/>
            </p:cNvSpPr>
            <p:nvPr/>
          </p:nvSpPr>
          <p:spPr bwMode="auto">
            <a:xfrm>
              <a:off x="225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08" name="Line 92"/>
            <p:cNvSpPr>
              <a:spLocks noChangeShapeType="1"/>
            </p:cNvSpPr>
            <p:nvPr/>
          </p:nvSpPr>
          <p:spPr bwMode="auto">
            <a:xfrm>
              <a:off x="249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09" name="Line 93"/>
            <p:cNvSpPr>
              <a:spLocks noChangeShapeType="1"/>
            </p:cNvSpPr>
            <p:nvPr/>
          </p:nvSpPr>
          <p:spPr bwMode="auto">
            <a:xfrm>
              <a:off x="2742"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10" name="Text Box 94"/>
            <p:cNvSpPr txBox="1">
              <a:spLocks noChangeArrowheads="1"/>
            </p:cNvSpPr>
            <p:nvPr/>
          </p:nvSpPr>
          <p:spPr bwMode="auto">
            <a:xfrm>
              <a:off x="205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9711" name="Text Box 95"/>
            <p:cNvSpPr txBox="1">
              <a:spLocks noChangeArrowheads="1"/>
            </p:cNvSpPr>
            <p:nvPr/>
          </p:nvSpPr>
          <p:spPr bwMode="auto">
            <a:xfrm>
              <a:off x="229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9712" name="Text Box 96"/>
            <p:cNvSpPr txBox="1">
              <a:spLocks noChangeArrowheads="1"/>
            </p:cNvSpPr>
            <p:nvPr/>
          </p:nvSpPr>
          <p:spPr bwMode="auto">
            <a:xfrm>
              <a:off x="253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9713" name="Rectangle 97"/>
            <p:cNvSpPr>
              <a:spLocks noChangeArrowheads="1"/>
            </p:cNvSpPr>
            <p:nvPr/>
          </p:nvSpPr>
          <p:spPr bwMode="auto">
            <a:xfrm>
              <a:off x="3507"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9714" name="Rectangle 98"/>
            <p:cNvSpPr>
              <a:spLocks noChangeArrowheads="1"/>
            </p:cNvSpPr>
            <p:nvPr/>
          </p:nvSpPr>
          <p:spPr bwMode="auto">
            <a:xfrm>
              <a:off x="3265" y="2170"/>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9715" name="Rectangle 99"/>
            <p:cNvSpPr>
              <a:spLocks noChangeArrowheads="1"/>
            </p:cNvSpPr>
            <p:nvPr/>
          </p:nvSpPr>
          <p:spPr bwMode="auto">
            <a:xfrm>
              <a:off x="3024"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716" name="Line 100"/>
            <p:cNvSpPr>
              <a:spLocks noChangeShapeType="1"/>
            </p:cNvSpPr>
            <p:nvPr/>
          </p:nvSpPr>
          <p:spPr bwMode="auto">
            <a:xfrm>
              <a:off x="3265"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17" name="Text Box 101"/>
            <p:cNvSpPr txBox="1">
              <a:spLocks noChangeArrowheads="1"/>
            </p:cNvSpPr>
            <p:nvPr/>
          </p:nvSpPr>
          <p:spPr bwMode="auto">
            <a:xfrm>
              <a:off x="306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9718" name="Text Box 102"/>
            <p:cNvSpPr txBox="1">
              <a:spLocks noChangeArrowheads="1"/>
            </p:cNvSpPr>
            <p:nvPr/>
          </p:nvSpPr>
          <p:spPr bwMode="auto">
            <a:xfrm>
              <a:off x="330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9719" name="Text Box 103"/>
            <p:cNvSpPr txBox="1">
              <a:spLocks noChangeArrowheads="1"/>
            </p:cNvSpPr>
            <p:nvPr/>
          </p:nvSpPr>
          <p:spPr bwMode="auto">
            <a:xfrm>
              <a:off x="354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39720" name="Rectangle 104"/>
            <p:cNvSpPr>
              <a:spLocks noChangeArrowheads="1"/>
            </p:cNvSpPr>
            <p:nvPr/>
          </p:nvSpPr>
          <p:spPr bwMode="auto">
            <a:xfrm>
              <a:off x="4230"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721" name="Rectangle 105"/>
            <p:cNvSpPr>
              <a:spLocks noChangeArrowheads="1"/>
            </p:cNvSpPr>
            <p:nvPr/>
          </p:nvSpPr>
          <p:spPr bwMode="auto">
            <a:xfrm>
              <a:off x="3989"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722" name="Line 106"/>
            <p:cNvSpPr>
              <a:spLocks noChangeShapeType="1"/>
            </p:cNvSpPr>
            <p:nvPr/>
          </p:nvSpPr>
          <p:spPr bwMode="auto">
            <a:xfrm>
              <a:off x="398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23" name="Line 107"/>
            <p:cNvSpPr>
              <a:spLocks noChangeShapeType="1"/>
            </p:cNvSpPr>
            <p:nvPr/>
          </p:nvSpPr>
          <p:spPr bwMode="auto">
            <a:xfrm>
              <a:off x="423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24" name="Text Box 108"/>
            <p:cNvSpPr txBox="1">
              <a:spLocks noChangeArrowheads="1"/>
            </p:cNvSpPr>
            <p:nvPr/>
          </p:nvSpPr>
          <p:spPr bwMode="auto">
            <a:xfrm>
              <a:off x="397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39725" name="Text Box 109"/>
            <p:cNvSpPr txBox="1">
              <a:spLocks noChangeArrowheads="1"/>
            </p:cNvSpPr>
            <p:nvPr/>
          </p:nvSpPr>
          <p:spPr bwMode="auto">
            <a:xfrm>
              <a:off x="421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39726" name="Line 110"/>
            <p:cNvSpPr>
              <a:spLocks noChangeShapeType="1"/>
            </p:cNvSpPr>
            <p:nvPr/>
          </p:nvSpPr>
          <p:spPr bwMode="auto">
            <a:xfrm flipH="1">
              <a:off x="1344"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27" name="Line 111"/>
            <p:cNvSpPr>
              <a:spLocks noChangeShapeType="1"/>
            </p:cNvSpPr>
            <p:nvPr/>
          </p:nvSpPr>
          <p:spPr bwMode="auto">
            <a:xfrm>
              <a:off x="1728"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28" name="Line 112"/>
            <p:cNvSpPr>
              <a:spLocks noChangeShapeType="1"/>
            </p:cNvSpPr>
            <p:nvPr/>
          </p:nvSpPr>
          <p:spPr bwMode="auto">
            <a:xfrm flipH="1">
              <a:off x="3360"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29" name="Line 113"/>
            <p:cNvSpPr>
              <a:spLocks noChangeShapeType="1"/>
            </p:cNvSpPr>
            <p:nvPr/>
          </p:nvSpPr>
          <p:spPr bwMode="auto">
            <a:xfrm>
              <a:off x="3744"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9730" name="Group 114"/>
          <p:cNvGrpSpPr>
            <a:grpSpLocks/>
          </p:cNvGrpSpPr>
          <p:nvPr/>
        </p:nvGrpSpPr>
        <p:grpSpPr bwMode="auto">
          <a:xfrm>
            <a:off x="1143000" y="3886200"/>
            <a:ext cx="6108700" cy="914400"/>
            <a:chOff x="720" y="2448"/>
            <a:chExt cx="3848" cy="576"/>
          </a:xfrm>
        </p:grpSpPr>
        <p:sp>
          <p:nvSpPr>
            <p:cNvPr id="239731" name="Rectangle 115"/>
            <p:cNvSpPr>
              <a:spLocks noChangeArrowheads="1"/>
            </p:cNvSpPr>
            <p:nvPr/>
          </p:nvSpPr>
          <p:spPr bwMode="auto">
            <a:xfrm>
              <a:off x="959"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732" name="Rectangle 116"/>
            <p:cNvSpPr>
              <a:spLocks noChangeArrowheads="1"/>
            </p:cNvSpPr>
            <p:nvPr/>
          </p:nvSpPr>
          <p:spPr bwMode="auto">
            <a:xfrm>
              <a:off x="720" y="2794"/>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733" name="Line 117"/>
            <p:cNvSpPr>
              <a:spLocks noChangeShapeType="1"/>
            </p:cNvSpPr>
            <p:nvPr/>
          </p:nvSpPr>
          <p:spPr bwMode="auto">
            <a:xfrm>
              <a:off x="95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34" name="Line 118"/>
            <p:cNvSpPr>
              <a:spLocks noChangeShapeType="1"/>
            </p:cNvSpPr>
            <p:nvPr/>
          </p:nvSpPr>
          <p:spPr bwMode="auto">
            <a:xfrm>
              <a:off x="120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35" name="Text Box 119"/>
            <p:cNvSpPr txBox="1">
              <a:spLocks noChangeArrowheads="1"/>
            </p:cNvSpPr>
            <p:nvPr/>
          </p:nvSpPr>
          <p:spPr bwMode="auto">
            <a:xfrm>
              <a:off x="768"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9736" name="Text Box 120"/>
            <p:cNvSpPr txBox="1">
              <a:spLocks noChangeArrowheads="1"/>
            </p:cNvSpPr>
            <p:nvPr/>
          </p:nvSpPr>
          <p:spPr bwMode="auto">
            <a:xfrm>
              <a:off x="100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9737" name="Rectangle 121"/>
            <p:cNvSpPr>
              <a:spLocks noChangeArrowheads="1"/>
            </p:cNvSpPr>
            <p:nvPr/>
          </p:nvSpPr>
          <p:spPr bwMode="auto">
            <a:xfrm>
              <a:off x="144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738" name="Line 122"/>
            <p:cNvSpPr>
              <a:spLocks noChangeShapeType="1"/>
            </p:cNvSpPr>
            <p:nvPr/>
          </p:nvSpPr>
          <p:spPr bwMode="auto">
            <a:xfrm>
              <a:off x="144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39" name="Line 123"/>
            <p:cNvSpPr>
              <a:spLocks noChangeShapeType="1"/>
            </p:cNvSpPr>
            <p:nvPr/>
          </p:nvSpPr>
          <p:spPr bwMode="auto">
            <a:xfrm>
              <a:off x="168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40" name="Text Box 124"/>
            <p:cNvSpPr txBox="1">
              <a:spLocks noChangeArrowheads="1"/>
            </p:cNvSpPr>
            <p:nvPr/>
          </p:nvSpPr>
          <p:spPr bwMode="auto">
            <a:xfrm>
              <a:off x="148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39741" name="Rectangle 125"/>
            <p:cNvSpPr>
              <a:spLocks noChangeArrowheads="1"/>
            </p:cNvSpPr>
            <p:nvPr/>
          </p:nvSpPr>
          <p:spPr bwMode="auto">
            <a:xfrm>
              <a:off x="211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9742" name="Rectangle 126"/>
            <p:cNvSpPr>
              <a:spLocks noChangeArrowheads="1"/>
            </p:cNvSpPr>
            <p:nvPr/>
          </p:nvSpPr>
          <p:spPr bwMode="auto">
            <a:xfrm>
              <a:off x="1872" y="2794"/>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743" name="Line 127"/>
            <p:cNvSpPr>
              <a:spLocks noChangeShapeType="1"/>
            </p:cNvSpPr>
            <p:nvPr/>
          </p:nvSpPr>
          <p:spPr bwMode="auto">
            <a:xfrm>
              <a:off x="187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44" name="Line 128"/>
            <p:cNvSpPr>
              <a:spLocks noChangeShapeType="1"/>
            </p:cNvSpPr>
            <p:nvPr/>
          </p:nvSpPr>
          <p:spPr bwMode="auto">
            <a:xfrm>
              <a:off x="211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45" name="Line 129"/>
            <p:cNvSpPr>
              <a:spLocks noChangeShapeType="1"/>
            </p:cNvSpPr>
            <p:nvPr/>
          </p:nvSpPr>
          <p:spPr bwMode="auto">
            <a:xfrm>
              <a:off x="235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46" name="Text Box 130"/>
            <p:cNvSpPr txBox="1">
              <a:spLocks noChangeArrowheads="1"/>
            </p:cNvSpPr>
            <p:nvPr/>
          </p:nvSpPr>
          <p:spPr bwMode="auto">
            <a:xfrm>
              <a:off x="191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9747" name="Text Box 131"/>
            <p:cNvSpPr txBox="1">
              <a:spLocks noChangeArrowheads="1"/>
            </p:cNvSpPr>
            <p:nvPr/>
          </p:nvSpPr>
          <p:spPr bwMode="auto">
            <a:xfrm>
              <a:off x="215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9748" name="Rectangle 132"/>
            <p:cNvSpPr>
              <a:spLocks noChangeArrowheads="1"/>
            </p:cNvSpPr>
            <p:nvPr/>
          </p:nvSpPr>
          <p:spPr bwMode="auto">
            <a:xfrm>
              <a:off x="2496" y="2794"/>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749" name="Line 133"/>
            <p:cNvSpPr>
              <a:spLocks noChangeShapeType="1"/>
            </p:cNvSpPr>
            <p:nvPr/>
          </p:nvSpPr>
          <p:spPr bwMode="auto">
            <a:xfrm>
              <a:off x="249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50" name="Line 134"/>
            <p:cNvSpPr>
              <a:spLocks noChangeShapeType="1"/>
            </p:cNvSpPr>
            <p:nvPr/>
          </p:nvSpPr>
          <p:spPr bwMode="auto">
            <a:xfrm>
              <a:off x="273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51" name="Text Box 135"/>
            <p:cNvSpPr txBox="1">
              <a:spLocks noChangeArrowheads="1"/>
            </p:cNvSpPr>
            <p:nvPr/>
          </p:nvSpPr>
          <p:spPr bwMode="auto">
            <a:xfrm>
              <a:off x="2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9752" name="Rectangle 136"/>
            <p:cNvSpPr>
              <a:spLocks noChangeArrowheads="1"/>
            </p:cNvSpPr>
            <p:nvPr/>
          </p:nvSpPr>
          <p:spPr bwMode="auto">
            <a:xfrm>
              <a:off x="3121"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9753" name="Rectangle 137"/>
            <p:cNvSpPr>
              <a:spLocks noChangeArrowheads="1"/>
            </p:cNvSpPr>
            <p:nvPr/>
          </p:nvSpPr>
          <p:spPr bwMode="auto">
            <a:xfrm>
              <a:off x="2880" y="2794"/>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754" name="Line 138"/>
            <p:cNvSpPr>
              <a:spLocks noChangeShapeType="1"/>
            </p:cNvSpPr>
            <p:nvPr/>
          </p:nvSpPr>
          <p:spPr bwMode="auto">
            <a:xfrm>
              <a:off x="3121"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55" name="Line 139"/>
            <p:cNvSpPr>
              <a:spLocks noChangeShapeType="1"/>
            </p:cNvSpPr>
            <p:nvPr/>
          </p:nvSpPr>
          <p:spPr bwMode="auto">
            <a:xfrm>
              <a:off x="3363"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56" name="Text Box 140"/>
            <p:cNvSpPr txBox="1">
              <a:spLocks noChangeArrowheads="1"/>
            </p:cNvSpPr>
            <p:nvPr/>
          </p:nvSpPr>
          <p:spPr bwMode="auto">
            <a:xfrm>
              <a:off x="291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9757" name="Text Box 141"/>
            <p:cNvSpPr txBox="1">
              <a:spLocks noChangeArrowheads="1"/>
            </p:cNvSpPr>
            <p:nvPr/>
          </p:nvSpPr>
          <p:spPr bwMode="auto">
            <a:xfrm>
              <a:off x="315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9758" name="Rectangle 142"/>
            <p:cNvSpPr>
              <a:spLocks noChangeArrowheads="1"/>
            </p:cNvSpPr>
            <p:nvPr/>
          </p:nvSpPr>
          <p:spPr bwMode="auto">
            <a:xfrm>
              <a:off x="350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39759" name="Text Box 143"/>
            <p:cNvSpPr txBox="1">
              <a:spLocks noChangeArrowheads="1"/>
            </p:cNvSpPr>
            <p:nvPr/>
          </p:nvSpPr>
          <p:spPr bwMode="auto">
            <a:xfrm>
              <a:off x="3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39760" name="Rectangle 144"/>
            <p:cNvSpPr>
              <a:spLocks noChangeArrowheads="1"/>
            </p:cNvSpPr>
            <p:nvPr/>
          </p:nvSpPr>
          <p:spPr bwMode="auto">
            <a:xfrm>
              <a:off x="390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39761" name="Line 145"/>
            <p:cNvSpPr>
              <a:spLocks noChangeShapeType="1"/>
            </p:cNvSpPr>
            <p:nvPr/>
          </p:nvSpPr>
          <p:spPr bwMode="auto">
            <a:xfrm>
              <a:off x="390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62" name="Line 146"/>
            <p:cNvSpPr>
              <a:spLocks noChangeShapeType="1"/>
            </p:cNvSpPr>
            <p:nvPr/>
          </p:nvSpPr>
          <p:spPr bwMode="auto">
            <a:xfrm>
              <a:off x="414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63" name="Text Box 147"/>
            <p:cNvSpPr txBox="1">
              <a:spLocks noChangeArrowheads="1"/>
            </p:cNvSpPr>
            <p:nvPr/>
          </p:nvSpPr>
          <p:spPr bwMode="auto">
            <a:xfrm>
              <a:off x="3888"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39764" name="Rectangle 148"/>
            <p:cNvSpPr>
              <a:spLocks noChangeArrowheads="1"/>
            </p:cNvSpPr>
            <p:nvPr/>
          </p:nvSpPr>
          <p:spPr bwMode="auto">
            <a:xfrm>
              <a:off x="4326"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765" name="Line 149"/>
            <p:cNvSpPr>
              <a:spLocks noChangeShapeType="1"/>
            </p:cNvSpPr>
            <p:nvPr/>
          </p:nvSpPr>
          <p:spPr bwMode="auto">
            <a:xfrm>
              <a:off x="432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66" name="Text Box 150"/>
            <p:cNvSpPr txBox="1">
              <a:spLocks noChangeArrowheads="1"/>
            </p:cNvSpPr>
            <p:nvPr/>
          </p:nvSpPr>
          <p:spPr bwMode="auto">
            <a:xfrm>
              <a:off x="4309"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39767" name="Line 151"/>
            <p:cNvSpPr>
              <a:spLocks noChangeShapeType="1"/>
            </p:cNvSpPr>
            <p:nvPr/>
          </p:nvSpPr>
          <p:spPr bwMode="auto">
            <a:xfrm flipH="1">
              <a:off x="1008"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68" name="Line 152"/>
            <p:cNvSpPr>
              <a:spLocks noChangeShapeType="1"/>
            </p:cNvSpPr>
            <p:nvPr/>
          </p:nvSpPr>
          <p:spPr bwMode="auto">
            <a:xfrm>
              <a:off x="1296"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69" name="Line 153"/>
            <p:cNvSpPr>
              <a:spLocks noChangeShapeType="1"/>
            </p:cNvSpPr>
            <p:nvPr/>
          </p:nvSpPr>
          <p:spPr bwMode="auto">
            <a:xfrm flipH="1">
              <a:off x="2064"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70" name="Line 154"/>
            <p:cNvSpPr>
              <a:spLocks noChangeShapeType="1"/>
            </p:cNvSpPr>
            <p:nvPr/>
          </p:nvSpPr>
          <p:spPr bwMode="auto">
            <a:xfrm>
              <a:off x="2352"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71" name="Line 155"/>
            <p:cNvSpPr>
              <a:spLocks noChangeShapeType="1"/>
            </p:cNvSpPr>
            <p:nvPr/>
          </p:nvSpPr>
          <p:spPr bwMode="auto">
            <a:xfrm flipH="1">
              <a:off x="3072"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72" name="Line 156"/>
            <p:cNvSpPr>
              <a:spLocks noChangeShapeType="1"/>
            </p:cNvSpPr>
            <p:nvPr/>
          </p:nvSpPr>
          <p:spPr bwMode="auto">
            <a:xfrm>
              <a:off x="3360"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73" name="Line 157"/>
            <p:cNvSpPr>
              <a:spLocks noChangeShapeType="1"/>
            </p:cNvSpPr>
            <p:nvPr/>
          </p:nvSpPr>
          <p:spPr bwMode="auto">
            <a:xfrm flipH="1">
              <a:off x="3936"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74" name="Line 158"/>
            <p:cNvSpPr>
              <a:spLocks noChangeShapeType="1"/>
            </p:cNvSpPr>
            <p:nvPr/>
          </p:nvSpPr>
          <p:spPr bwMode="auto">
            <a:xfrm>
              <a:off x="4224"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9775" name="Group 159"/>
          <p:cNvGrpSpPr>
            <a:grpSpLocks/>
          </p:cNvGrpSpPr>
          <p:nvPr/>
        </p:nvGrpSpPr>
        <p:grpSpPr bwMode="auto">
          <a:xfrm>
            <a:off x="990600" y="4876800"/>
            <a:ext cx="4498975" cy="914400"/>
            <a:chOff x="624" y="3072"/>
            <a:chExt cx="2834" cy="576"/>
          </a:xfrm>
        </p:grpSpPr>
        <p:sp>
          <p:nvSpPr>
            <p:cNvPr id="239776" name="Rectangle 160"/>
            <p:cNvSpPr>
              <a:spLocks noChangeArrowheads="1"/>
            </p:cNvSpPr>
            <p:nvPr/>
          </p:nvSpPr>
          <p:spPr bwMode="auto">
            <a:xfrm>
              <a:off x="62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39777" name="Line 161"/>
            <p:cNvSpPr>
              <a:spLocks noChangeShapeType="1"/>
            </p:cNvSpPr>
            <p:nvPr/>
          </p:nvSpPr>
          <p:spPr bwMode="auto">
            <a:xfrm>
              <a:off x="86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78" name="Text Box 162"/>
            <p:cNvSpPr txBox="1">
              <a:spLocks noChangeArrowheads="1"/>
            </p:cNvSpPr>
            <p:nvPr/>
          </p:nvSpPr>
          <p:spPr bwMode="auto">
            <a:xfrm>
              <a:off x="67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39779" name="Rectangle 163"/>
            <p:cNvSpPr>
              <a:spLocks noChangeArrowheads="1"/>
            </p:cNvSpPr>
            <p:nvPr/>
          </p:nvSpPr>
          <p:spPr bwMode="auto">
            <a:xfrm>
              <a:off x="1056"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780" name="Line 164"/>
            <p:cNvSpPr>
              <a:spLocks noChangeShapeType="1"/>
            </p:cNvSpPr>
            <p:nvPr/>
          </p:nvSpPr>
          <p:spPr bwMode="auto">
            <a:xfrm>
              <a:off x="105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81" name="Line 165"/>
            <p:cNvSpPr>
              <a:spLocks noChangeShapeType="1"/>
            </p:cNvSpPr>
            <p:nvPr/>
          </p:nvSpPr>
          <p:spPr bwMode="auto">
            <a:xfrm>
              <a:off x="1297"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82" name="Text Box 166"/>
            <p:cNvSpPr txBox="1">
              <a:spLocks noChangeArrowheads="1"/>
            </p:cNvSpPr>
            <p:nvPr/>
          </p:nvSpPr>
          <p:spPr bwMode="auto">
            <a:xfrm>
              <a:off x="110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39783" name="Rectangle 167"/>
            <p:cNvSpPr>
              <a:spLocks noChangeArrowheads="1"/>
            </p:cNvSpPr>
            <p:nvPr/>
          </p:nvSpPr>
          <p:spPr bwMode="auto">
            <a:xfrm>
              <a:off x="177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39784" name="Line 168"/>
            <p:cNvSpPr>
              <a:spLocks noChangeShapeType="1"/>
            </p:cNvSpPr>
            <p:nvPr/>
          </p:nvSpPr>
          <p:spPr bwMode="auto">
            <a:xfrm>
              <a:off x="177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85" name="Line 169"/>
            <p:cNvSpPr>
              <a:spLocks noChangeShapeType="1"/>
            </p:cNvSpPr>
            <p:nvPr/>
          </p:nvSpPr>
          <p:spPr bwMode="auto">
            <a:xfrm>
              <a:off x="20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86" name="Text Box 170"/>
            <p:cNvSpPr txBox="1">
              <a:spLocks noChangeArrowheads="1"/>
            </p:cNvSpPr>
            <p:nvPr/>
          </p:nvSpPr>
          <p:spPr bwMode="auto">
            <a:xfrm>
              <a:off x="1817"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39787" name="Rectangle 171"/>
            <p:cNvSpPr>
              <a:spLocks noChangeArrowheads="1"/>
            </p:cNvSpPr>
            <p:nvPr/>
          </p:nvSpPr>
          <p:spPr bwMode="auto">
            <a:xfrm>
              <a:off x="2208"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39788" name="Line 172"/>
            <p:cNvSpPr>
              <a:spLocks noChangeShapeType="1"/>
            </p:cNvSpPr>
            <p:nvPr/>
          </p:nvSpPr>
          <p:spPr bwMode="auto">
            <a:xfrm>
              <a:off x="220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89" name="Line 173"/>
            <p:cNvSpPr>
              <a:spLocks noChangeShapeType="1"/>
            </p:cNvSpPr>
            <p:nvPr/>
          </p:nvSpPr>
          <p:spPr bwMode="auto">
            <a:xfrm>
              <a:off x="2449"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90" name="Text Box 174"/>
            <p:cNvSpPr txBox="1">
              <a:spLocks noChangeArrowheads="1"/>
            </p:cNvSpPr>
            <p:nvPr/>
          </p:nvSpPr>
          <p:spPr bwMode="auto">
            <a:xfrm>
              <a:off x="2249"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39791" name="Rectangle 175"/>
            <p:cNvSpPr>
              <a:spLocks noChangeArrowheads="1"/>
            </p:cNvSpPr>
            <p:nvPr/>
          </p:nvSpPr>
          <p:spPr bwMode="auto">
            <a:xfrm>
              <a:off x="2783"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39792" name="Line 176"/>
            <p:cNvSpPr>
              <a:spLocks noChangeShapeType="1"/>
            </p:cNvSpPr>
            <p:nvPr/>
          </p:nvSpPr>
          <p:spPr bwMode="auto">
            <a:xfrm>
              <a:off x="302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93" name="Text Box 177"/>
            <p:cNvSpPr txBox="1">
              <a:spLocks noChangeArrowheads="1"/>
            </p:cNvSpPr>
            <p:nvPr/>
          </p:nvSpPr>
          <p:spPr bwMode="auto">
            <a:xfrm>
              <a:off x="282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39794" name="Rectangle 178"/>
            <p:cNvSpPr>
              <a:spLocks noChangeArrowheads="1"/>
            </p:cNvSpPr>
            <p:nvPr/>
          </p:nvSpPr>
          <p:spPr bwMode="auto">
            <a:xfrm>
              <a:off x="3216"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39795" name="Line 179"/>
            <p:cNvSpPr>
              <a:spLocks noChangeShapeType="1"/>
            </p:cNvSpPr>
            <p:nvPr/>
          </p:nvSpPr>
          <p:spPr bwMode="auto">
            <a:xfrm>
              <a:off x="32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96" name="Line 180"/>
            <p:cNvSpPr>
              <a:spLocks noChangeShapeType="1"/>
            </p:cNvSpPr>
            <p:nvPr/>
          </p:nvSpPr>
          <p:spPr bwMode="auto">
            <a:xfrm>
              <a:off x="345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39797" name="Text Box 181"/>
            <p:cNvSpPr txBox="1">
              <a:spLocks noChangeArrowheads="1"/>
            </p:cNvSpPr>
            <p:nvPr/>
          </p:nvSpPr>
          <p:spPr bwMode="auto">
            <a:xfrm>
              <a:off x="325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9798" name="Line 182"/>
            <p:cNvSpPr>
              <a:spLocks noChangeShapeType="1"/>
            </p:cNvSpPr>
            <p:nvPr/>
          </p:nvSpPr>
          <p:spPr bwMode="auto">
            <a:xfrm flipH="1">
              <a:off x="816"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799" name="Line 183"/>
            <p:cNvSpPr>
              <a:spLocks noChangeShapeType="1"/>
            </p:cNvSpPr>
            <p:nvPr/>
          </p:nvSpPr>
          <p:spPr bwMode="auto">
            <a:xfrm>
              <a:off x="960"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800" name="Line 184"/>
            <p:cNvSpPr>
              <a:spLocks noChangeShapeType="1"/>
            </p:cNvSpPr>
            <p:nvPr/>
          </p:nvSpPr>
          <p:spPr bwMode="auto">
            <a:xfrm flipH="1">
              <a:off x="1968"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801" name="Line 185"/>
            <p:cNvSpPr>
              <a:spLocks noChangeShapeType="1"/>
            </p:cNvSpPr>
            <p:nvPr/>
          </p:nvSpPr>
          <p:spPr bwMode="auto">
            <a:xfrm>
              <a:off x="2112"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802" name="Line 186"/>
            <p:cNvSpPr>
              <a:spLocks noChangeShapeType="1"/>
            </p:cNvSpPr>
            <p:nvPr/>
          </p:nvSpPr>
          <p:spPr bwMode="auto">
            <a:xfrm flipH="1">
              <a:off x="2976"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803" name="Line 187"/>
            <p:cNvSpPr>
              <a:spLocks noChangeShapeType="1"/>
            </p:cNvSpPr>
            <p:nvPr/>
          </p:nvSpPr>
          <p:spPr bwMode="auto">
            <a:xfrm>
              <a:off x="3120"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9804" name="Text Box 188"/>
          <p:cNvSpPr txBox="1">
            <a:spLocks noChangeArrowheads="1"/>
          </p:cNvSpPr>
          <p:nvPr/>
        </p:nvSpPr>
        <p:spPr bwMode="auto">
          <a:xfrm>
            <a:off x="584200" y="1573213"/>
            <a:ext cx="1174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Divide</a:t>
            </a:r>
          </a:p>
        </p:txBody>
      </p:sp>
    </p:spTree>
    <p:extLst>
      <p:ext uri="{BB962C8B-B14F-4D97-AF65-F5344CB8AC3E}">
        <p14:creationId xmlns:p14="http://schemas.microsoft.com/office/powerpoint/2010/main" val="4102836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lide Number Placeholder 4"/>
          <p:cNvSpPr>
            <a:spLocks noGrp="1"/>
          </p:cNvSpPr>
          <p:nvPr>
            <p:ph type="sldNum" sz="quarter" idx="11"/>
          </p:nvPr>
        </p:nvSpPr>
        <p:spPr/>
        <p:txBody>
          <a:bodyPr/>
          <a:lstStyle/>
          <a:p>
            <a:fld id="{29C908DF-4779-4435-A2DA-BC2AB35FFEAD}" type="slidenum">
              <a:rPr lang="en-US" altLang="en-US"/>
              <a:pPr/>
              <a:t>17</a:t>
            </a:fld>
            <a:endParaRPr lang="en-US" altLang="en-US"/>
          </a:p>
        </p:txBody>
      </p:sp>
      <p:sp>
        <p:nvSpPr>
          <p:cNvPr id="240642" name="Rectangle 2"/>
          <p:cNvSpPr>
            <a:spLocks noGrp="1" noChangeArrowheads="1"/>
          </p:cNvSpPr>
          <p:nvPr>
            <p:ph type="title"/>
          </p:nvPr>
        </p:nvSpPr>
        <p:spPr/>
        <p:txBody>
          <a:bodyPr/>
          <a:lstStyle/>
          <a:p>
            <a:r>
              <a:rPr lang="en-US" altLang="en-US"/>
              <a:t>Example – </a:t>
            </a:r>
            <a:r>
              <a:rPr lang="en-US" altLang="en-US">
                <a:latin typeface="Comic Sans MS" pitchFamily="66" charset="0"/>
              </a:rPr>
              <a:t>n</a:t>
            </a:r>
            <a:r>
              <a:rPr lang="en-US" altLang="en-US"/>
              <a:t> Not a Power of 2</a:t>
            </a:r>
          </a:p>
        </p:txBody>
      </p:sp>
      <p:grpSp>
        <p:nvGrpSpPr>
          <p:cNvPr id="240643" name="Group 3"/>
          <p:cNvGrpSpPr>
            <a:grpSpLocks/>
          </p:cNvGrpSpPr>
          <p:nvPr/>
        </p:nvGrpSpPr>
        <p:grpSpPr bwMode="auto">
          <a:xfrm>
            <a:off x="2438400" y="1219200"/>
            <a:ext cx="4221163" cy="990600"/>
            <a:chOff x="1536" y="768"/>
            <a:chExt cx="2659" cy="624"/>
          </a:xfrm>
        </p:grpSpPr>
        <p:sp>
          <p:nvSpPr>
            <p:cNvPr id="240644" name="Rectangle 4"/>
            <p:cNvSpPr>
              <a:spLocks noChangeArrowheads="1"/>
            </p:cNvSpPr>
            <p:nvPr/>
          </p:nvSpPr>
          <p:spPr bwMode="auto">
            <a:xfrm>
              <a:off x="3953"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645" name="Rectangle 5"/>
            <p:cNvSpPr>
              <a:spLocks noChangeArrowheads="1"/>
            </p:cNvSpPr>
            <p:nvPr/>
          </p:nvSpPr>
          <p:spPr bwMode="auto">
            <a:xfrm>
              <a:off x="3712"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646" name="Rectangle 6"/>
            <p:cNvSpPr>
              <a:spLocks noChangeArrowheads="1"/>
            </p:cNvSpPr>
            <p:nvPr/>
          </p:nvSpPr>
          <p:spPr bwMode="auto">
            <a:xfrm>
              <a:off x="3470"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647" name="Rectangle 7"/>
            <p:cNvSpPr>
              <a:spLocks noChangeArrowheads="1"/>
            </p:cNvSpPr>
            <p:nvPr/>
          </p:nvSpPr>
          <p:spPr bwMode="auto">
            <a:xfrm>
              <a:off x="3228"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648" name="Rectangle 8"/>
            <p:cNvSpPr>
              <a:spLocks noChangeArrowheads="1"/>
            </p:cNvSpPr>
            <p:nvPr/>
          </p:nvSpPr>
          <p:spPr bwMode="auto">
            <a:xfrm>
              <a:off x="2987"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40649" name="Rectangle 9"/>
            <p:cNvSpPr>
              <a:spLocks noChangeArrowheads="1"/>
            </p:cNvSpPr>
            <p:nvPr/>
          </p:nvSpPr>
          <p:spPr bwMode="auto">
            <a:xfrm>
              <a:off x="2744" y="922"/>
              <a:ext cx="243"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650" name="Rectangle 10"/>
            <p:cNvSpPr>
              <a:spLocks noChangeArrowheads="1"/>
            </p:cNvSpPr>
            <p:nvPr/>
          </p:nvSpPr>
          <p:spPr bwMode="auto">
            <a:xfrm>
              <a:off x="2503"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651" name="Rectangle 11"/>
            <p:cNvSpPr>
              <a:spLocks noChangeArrowheads="1"/>
            </p:cNvSpPr>
            <p:nvPr/>
          </p:nvSpPr>
          <p:spPr bwMode="auto">
            <a:xfrm>
              <a:off x="2261"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0652" name="Rectangle 12"/>
            <p:cNvSpPr>
              <a:spLocks noChangeArrowheads="1"/>
            </p:cNvSpPr>
            <p:nvPr/>
          </p:nvSpPr>
          <p:spPr bwMode="auto">
            <a:xfrm>
              <a:off x="2019"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653" name="Rectangle 13"/>
            <p:cNvSpPr>
              <a:spLocks noChangeArrowheads="1"/>
            </p:cNvSpPr>
            <p:nvPr/>
          </p:nvSpPr>
          <p:spPr bwMode="auto">
            <a:xfrm>
              <a:off x="1778"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654" name="Rectangle 14"/>
            <p:cNvSpPr>
              <a:spLocks noChangeArrowheads="1"/>
            </p:cNvSpPr>
            <p:nvPr/>
          </p:nvSpPr>
          <p:spPr bwMode="auto">
            <a:xfrm>
              <a:off x="1536"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0655" name="Line 15"/>
            <p:cNvSpPr>
              <a:spLocks noChangeShapeType="1"/>
            </p:cNvSpPr>
            <p:nvPr/>
          </p:nvSpPr>
          <p:spPr bwMode="auto">
            <a:xfrm>
              <a:off x="1536" y="92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56" name="Line 16"/>
            <p:cNvSpPr>
              <a:spLocks noChangeShapeType="1"/>
            </p:cNvSpPr>
            <p:nvPr/>
          </p:nvSpPr>
          <p:spPr bwMode="auto">
            <a:xfrm>
              <a:off x="1536" y="115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57" name="Line 17"/>
            <p:cNvSpPr>
              <a:spLocks noChangeShapeType="1"/>
            </p:cNvSpPr>
            <p:nvPr/>
          </p:nvSpPr>
          <p:spPr bwMode="auto">
            <a:xfrm>
              <a:off x="1536"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58" name="Line 18"/>
            <p:cNvSpPr>
              <a:spLocks noChangeShapeType="1"/>
            </p:cNvSpPr>
            <p:nvPr/>
          </p:nvSpPr>
          <p:spPr bwMode="auto">
            <a:xfrm>
              <a:off x="177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59" name="Line 19"/>
            <p:cNvSpPr>
              <a:spLocks noChangeShapeType="1"/>
            </p:cNvSpPr>
            <p:nvPr/>
          </p:nvSpPr>
          <p:spPr bwMode="auto">
            <a:xfrm>
              <a:off x="2019"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0" name="Line 20"/>
            <p:cNvSpPr>
              <a:spLocks noChangeShapeType="1"/>
            </p:cNvSpPr>
            <p:nvPr/>
          </p:nvSpPr>
          <p:spPr bwMode="auto">
            <a:xfrm>
              <a:off x="2261"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1" name="Line 21"/>
            <p:cNvSpPr>
              <a:spLocks noChangeShapeType="1"/>
            </p:cNvSpPr>
            <p:nvPr/>
          </p:nvSpPr>
          <p:spPr bwMode="auto">
            <a:xfrm>
              <a:off x="250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2" name="Line 22"/>
            <p:cNvSpPr>
              <a:spLocks noChangeShapeType="1"/>
            </p:cNvSpPr>
            <p:nvPr/>
          </p:nvSpPr>
          <p:spPr bwMode="auto">
            <a:xfrm>
              <a:off x="2744"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3" name="Line 23"/>
            <p:cNvSpPr>
              <a:spLocks noChangeShapeType="1"/>
            </p:cNvSpPr>
            <p:nvPr/>
          </p:nvSpPr>
          <p:spPr bwMode="auto">
            <a:xfrm>
              <a:off x="2987"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4" name="Line 24"/>
            <p:cNvSpPr>
              <a:spLocks noChangeShapeType="1"/>
            </p:cNvSpPr>
            <p:nvPr/>
          </p:nvSpPr>
          <p:spPr bwMode="auto">
            <a:xfrm>
              <a:off x="322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5" name="Line 25"/>
            <p:cNvSpPr>
              <a:spLocks noChangeShapeType="1"/>
            </p:cNvSpPr>
            <p:nvPr/>
          </p:nvSpPr>
          <p:spPr bwMode="auto">
            <a:xfrm>
              <a:off x="3470"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6" name="Line 26"/>
            <p:cNvSpPr>
              <a:spLocks noChangeShapeType="1"/>
            </p:cNvSpPr>
            <p:nvPr/>
          </p:nvSpPr>
          <p:spPr bwMode="auto">
            <a:xfrm>
              <a:off x="3712"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7" name="Line 27"/>
            <p:cNvSpPr>
              <a:spLocks noChangeShapeType="1"/>
            </p:cNvSpPr>
            <p:nvPr/>
          </p:nvSpPr>
          <p:spPr bwMode="auto">
            <a:xfrm>
              <a:off x="395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8" name="Line 28"/>
            <p:cNvSpPr>
              <a:spLocks noChangeShapeType="1"/>
            </p:cNvSpPr>
            <p:nvPr/>
          </p:nvSpPr>
          <p:spPr bwMode="auto">
            <a:xfrm>
              <a:off x="4195"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69" name="Text Box 29"/>
            <p:cNvSpPr txBox="1">
              <a:spLocks noChangeArrowheads="1"/>
            </p:cNvSpPr>
            <p:nvPr/>
          </p:nvSpPr>
          <p:spPr bwMode="auto">
            <a:xfrm>
              <a:off x="15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0670" name="Text Box 30"/>
            <p:cNvSpPr txBox="1">
              <a:spLocks noChangeArrowheads="1"/>
            </p:cNvSpPr>
            <p:nvPr/>
          </p:nvSpPr>
          <p:spPr bwMode="auto">
            <a:xfrm>
              <a:off x="18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0671" name="Text Box 31"/>
            <p:cNvSpPr txBox="1">
              <a:spLocks noChangeArrowheads="1"/>
            </p:cNvSpPr>
            <p:nvPr/>
          </p:nvSpPr>
          <p:spPr bwMode="auto">
            <a:xfrm>
              <a:off x="20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0672" name="Text Box 32"/>
            <p:cNvSpPr txBox="1">
              <a:spLocks noChangeArrowheads="1"/>
            </p:cNvSpPr>
            <p:nvPr/>
          </p:nvSpPr>
          <p:spPr bwMode="auto">
            <a:xfrm>
              <a:off x="23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0673" name="Text Box 33"/>
            <p:cNvSpPr txBox="1">
              <a:spLocks noChangeArrowheads="1"/>
            </p:cNvSpPr>
            <p:nvPr/>
          </p:nvSpPr>
          <p:spPr bwMode="auto">
            <a:xfrm>
              <a:off x="254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0674" name="Text Box 34"/>
            <p:cNvSpPr txBox="1">
              <a:spLocks noChangeArrowheads="1"/>
            </p:cNvSpPr>
            <p:nvPr/>
          </p:nvSpPr>
          <p:spPr bwMode="auto">
            <a:xfrm>
              <a:off x="27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40675" name="Text Box 35"/>
            <p:cNvSpPr txBox="1">
              <a:spLocks noChangeArrowheads="1"/>
            </p:cNvSpPr>
            <p:nvPr/>
          </p:nvSpPr>
          <p:spPr bwMode="auto">
            <a:xfrm>
              <a:off x="30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0676" name="Text Box 36"/>
            <p:cNvSpPr txBox="1">
              <a:spLocks noChangeArrowheads="1"/>
            </p:cNvSpPr>
            <p:nvPr/>
          </p:nvSpPr>
          <p:spPr bwMode="auto">
            <a:xfrm>
              <a:off x="32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40677" name="Text Box 37"/>
            <p:cNvSpPr txBox="1">
              <a:spLocks noChangeArrowheads="1"/>
            </p:cNvSpPr>
            <p:nvPr/>
          </p:nvSpPr>
          <p:spPr bwMode="auto">
            <a:xfrm>
              <a:off x="35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40678" name="Text Box 38"/>
            <p:cNvSpPr txBox="1">
              <a:spLocks noChangeArrowheads="1"/>
            </p:cNvSpPr>
            <p:nvPr/>
          </p:nvSpPr>
          <p:spPr bwMode="auto">
            <a:xfrm>
              <a:off x="369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40679" name="Text Box 39"/>
            <p:cNvSpPr txBox="1">
              <a:spLocks noChangeArrowheads="1"/>
            </p:cNvSpPr>
            <p:nvPr/>
          </p:nvSpPr>
          <p:spPr bwMode="auto">
            <a:xfrm>
              <a:off x="393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40680" name="Line 40"/>
            <p:cNvSpPr>
              <a:spLocks noChangeShapeType="1"/>
            </p:cNvSpPr>
            <p:nvPr/>
          </p:nvSpPr>
          <p:spPr bwMode="auto">
            <a:xfrm flipH="1">
              <a:off x="2112" y="1200"/>
              <a:ext cx="720"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81" name="Line 41"/>
            <p:cNvSpPr>
              <a:spLocks noChangeShapeType="1"/>
            </p:cNvSpPr>
            <p:nvPr/>
          </p:nvSpPr>
          <p:spPr bwMode="auto">
            <a:xfrm>
              <a:off x="2832" y="1200"/>
              <a:ext cx="720"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0682" name="Group 42"/>
          <p:cNvGrpSpPr>
            <a:grpSpLocks/>
          </p:cNvGrpSpPr>
          <p:nvPr/>
        </p:nvGrpSpPr>
        <p:grpSpPr bwMode="auto">
          <a:xfrm>
            <a:off x="1828800" y="2209800"/>
            <a:ext cx="5118100" cy="914400"/>
            <a:chOff x="1152" y="1392"/>
            <a:chExt cx="3224" cy="576"/>
          </a:xfrm>
        </p:grpSpPr>
        <p:sp>
          <p:nvSpPr>
            <p:cNvPr id="240683" name="Rectangle 43"/>
            <p:cNvSpPr>
              <a:spLocks noChangeArrowheads="1"/>
            </p:cNvSpPr>
            <p:nvPr/>
          </p:nvSpPr>
          <p:spPr bwMode="auto">
            <a:xfrm>
              <a:off x="2360" y="1546"/>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684" name="Rectangle 44"/>
            <p:cNvSpPr>
              <a:spLocks noChangeArrowheads="1"/>
            </p:cNvSpPr>
            <p:nvPr/>
          </p:nvSpPr>
          <p:spPr bwMode="auto">
            <a:xfrm>
              <a:off x="2119"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685" name="Rectangle 45"/>
            <p:cNvSpPr>
              <a:spLocks noChangeArrowheads="1"/>
            </p:cNvSpPr>
            <p:nvPr/>
          </p:nvSpPr>
          <p:spPr bwMode="auto">
            <a:xfrm>
              <a:off x="1877"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686" name="Rectangle 46"/>
            <p:cNvSpPr>
              <a:spLocks noChangeArrowheads="1"/>
            </p:cNvSpPr>
            <p:nvPr/>
          </p:nvSpPr>
          <p:spPr bwMode="auto">
            <a:xfrm>
              <a:off x="1635"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687" name="Rectangle 47"/>
            <p:cNvSpPr>
              <a:spLocks noChangeArrowheads="1"/>
            </p:cNvSpPr>
            <p:nvPr/>
          </p:nvSpPr>
          <p:spPr bwMode="auto">
            <a:xfrm>
              <a:off x="1394"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688" name="Rectangle 48"/>
            <p:cNvSpPr>
              <a:spLocks noChangeArrowheads="1"/>
            </p:cNvSpPr>
            <p:nvPr/>
          </p:nvSpPr>
          <p:spPr bwMode="auto">
            <a:xfrm>
              <a:off x="1152"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0689" name="Line 49"/>
            <p:cNvSpPr>
              <a:spLocks noChangeShapeType="1"/>
            </p:cNvSpPr>
            <p:nvPr/>
          </p:nvSpPr>
          <p:spPr bwMode="auto">
            <a:xfrm>
              <a:off x="1394"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0" name="Line 50"/>
            <p:cNvSpPr>
              <a:spLocks noChangeShapeType="1"/>
            </p:cNvSpPr>
            <p:nvPr/>
          </p:nvSpPr>
          <p:spPr bwMode="auto">
            <a:xfrm>
              <a:off x="1635"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1" name="Line 51"/>
            <p:cNvSpPr>
              <a:spLocks noChangeShapeType="1"/>
            </p:cNvSpPr>
            <p:nvPr/>
          </p:nvSpPr>
          <p:spPr bwMode="auto">
            <a:xfrm>
              <a:off x="1877"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2" name="Line 52"/>
            <p:cNvSpPr>
              <a:spLocks noChangeShapeType="1"/>
            </p:cNvSpPr>
            <p:nvPr/>
          </p:nvSpPr>
          <p:spPr bwMode="auto">
            <a:xfrm>
              <a:off x="2119"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3" name="Line 53"/>
            <p:cNvSpPr>
              <a:spLocks noChangeShapeType="1"/>
            </p:cNvSpPr>
            <p:nvPr/>
          </p:nvSpPr>
          <p:spPr bwMode="auto">
            <a:xfrm>
              <a:off x="2360"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4" name="Line 54"/>
            <p:cNvSpPr>
              <a:spLocks noChangeShapeType="1"/>
            </p:cNvSpPr>
            <p:nvPr/>
          </p:nvSpPr>
          <p:spPr bwMode="auto">
            <a:xfrm>
              <a:off x="2603"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695" name="Text Box 55"/>
            <p:cNvSpPr txBox="1">
              <a:spLocks noChangeArrowheads="1"/>
            </p:cNvSpPr>
            <p:nvPr/>
          </p:nvSpPr>
          <p:spPr bwMode="auto">
            <a:xfrm>
              <a:off x="12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0696" name="Text Box 56"/>
            <p:cNvSpPr txBox="1">
              <a:spLocks noChangeArrowheads="1"/>
            </p:cNvSpPr>
            <p:nvPr/>
          </p:nvSpPr>
          <p:spPr bwMode="auto">
            <a:xfrm>
              <a:off x="144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0697" name="Text Box 57"/>
            <p:cNvSpPr txBox="1">
              <a:spLocks noChangeArrowheads="1"/>
            </p:cNvSpPr>
            <p:nvPr/>
          </p:nvSpPr>
          <p:spPr bwMode="auto">
            <a:xfrm>
              <a:off x="168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0698" name="Text Box 58"/>
            <p:cNvSpPr txBox="1">
              <a:spLocks noChangeArrowheads="1"/>
            </p:cNvSpPr>
            <p:nvPr/>
          </p:nvSpPr>
          <p:spPr bwMode="auto">
            <a:xfrm>
              <a:off x="192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0699" name="Text Box 59"/>
            <p:cNvSpPr txBox="1">
              <a:spLocks noChangeArrowheads="1"/>
            </p:cNvSpPr>
            <p:nvPr/>
          </p:nvSpPr>
          <p:spPr bwMode="auto">
            <a:xfrm>
              <a:off x="216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0700" name="Text Box 60"/>
            <p:cNvSpPr txBox="1">
              <a:spLocks noChangeArrowheads="1"/>
            </p:cNvSpPr>
            <p:nvPr/>
          </p:nvSpPr>
          <p:spPr bwMode="auto">
            <a:xfrm>
              <a:off x="24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40701" name="Rectangle 61"/>
            <p:cNvSpPr>
              <a:spLocks noChangeArrowheads="1"/>
            </p:cNvSpPr>
            <p:nvPr/>
          </p:nvSpPr>
          <p:spPr bwMode="auto">
            <a:xfrm>
              <a:off x="4134"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702" name="Rectangle 62"/>
            <p:cNvSpPr>
              <a:spLocks noChangeArrowheads="1"/>
            </p:cNvSpPr>
            <p:nvPr/>
          </p:nvSpPr>
          <p:spPr bwMode="auto">
            <a:xfrm>
              <a:off x="3893"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703" name="Rectangle 63"/>
            <p:cNvSpPr>
              <a:spLocks noChangeArrowheads="1"/>
            </p:cNvSpPr>
            <p:nvPr/>
          </p:nvSpPr>
          <p:spPr bwMode="auto">
            <a:xfrm>
              <a:off x="3651"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40704" name="Rectangle 64"/>
            <p:cNvSpPr>
              <a:spLocks noChangeArrowheads="1"/>
            </p:cNvSpPr>
            <p:nvPr/>
          </p:nvSpPr>
          <p:spPr bwMode="auto">
            <a:xfrm>
              <a:off x="3409"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0705" name="Rectangle 65"/>
            <p:cNvSpPr>
              <a:spLocks noChangeArrowheads="1"/>
            </p:cNvSpPr>
            <p:nvPr/>
          </p:nvSpPr>
          <p:spPr bwMode="auto">
            <a:xfrm>
              <a:off x="3168"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706" name="Line 66"/>
            <p:cNvSpPr>
              <a:spLocks noChangeShapeType="1"/>
            </p:cNvSpPr>
            <p:nvPr/>
          </p:nvSpPr>
          <p:spPr bwMode="auto">
            <a:xfrm>
              <a:off x="3168"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07" name="Line 67"/>
            <p:cNvSpPr>
              <a:spLocks noChangeShapeType="1"/>
            </p:cNvSpPr>
            <p:nvPr/>
          </p:nvSpPr>
          <p:spPr bwMode="auto">
            <a:xfrm>
              <a:off x="3409"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08" name="Line 68"/>
            <p:cNvSpPr>
              <a:spLocks noChangeShapeType="1"/>
            </p:cNvSpPr>
            <p:nvPr/>
          </p:nvSpPr>
          <p:spPr bwMode="auto">
            <a:xfrm>
              <a:off x="4134"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09" name="Text Box 69"/>
            <p:cNvSpPr txBox="1">
              <a:spLocks noChangeArrowheads="1"/>
            </p:cNvSpPr>
            <p:nvPr/>
          </p:nvSpPr>
          <p:spPr bwMode="auto">
            <a:xfrm>
              <a:off x="320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0710" name="Text Box 70"/>
            <p:cNvSpPr txBox="1">
              <a:spLocks noChangeArrowheads="1"/>
            </p:cNvSpPr>
            <p:nvPr/>
          </p:nvSpPr>
          <p:spPr bwMode="auto">
            <a:xfrm>
              <a:off x="344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40711" name="Text Box 71"/>
            <p:cNvSpPr txBox="1">
              <a:spLocks noChangeArrowheads="1"/>
            </p:cNvSpPr>
            <p:nvPr/>
          </p:nvSpPr>
          <p:spPr bwMode="auto">
            <a:xfrm>
              <a:off x="368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40712" name="Text Box 72"/>
            <p:cNvSpPr txBox="1">
              <a:spLocks noChangeArrowheads="1"/>
            </p:cNvSpPr>
            <p:nvPr/>
          </p:nvSpPr>
          <p:spPr bwMode="auto">
            <a:xfrm>
              <a:off x="387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40713" name="Text Box 73"/>
            <p:cNvSpPr txBox="1">
              <a:spLocks noChangeArrowheads="1"/>
            </p:cNvSpPr>
            <p:nvPr/>
          </p:nvSpPr>
          <p:spPr bwMode="auto">
            <a:xfrm>
              <a:off x="411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40714" name="Line 74"/>
            <p:cNvSpPr>
              <a:spLocks noChangeShapeType="1"/>
            </p:cNvSpPr>
            <p:nvPr/>
          </p:nvSpPr>
          <p:spPr bwMode="auto">
            <a:xfrm flipH="1">
              <a:off x="1344"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15" name="Line 75"/>
            <p:cNvSpPr>
              <a:spLocks noChangeShapeType="1"/>
            </p:cNvSpPr>
            <p:nvPr/>
          </p:nvSpPr>
          <p:spPr bwMode="auto">
            <a:xfrm>
              <a:off x="1728"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16" name="Line 76"/>
            <p:cNvSpPr>
              <a:spLocks noChangeShapeType="1"/>
            </p:cNvSpPr>
            <p:nvPr/>
          </p:nvSpPr>
          <p:spPr bwMode="auto">
            <a:xfrm flipH="1">
              <a:off x="3360"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17" name="Line 77"/>
            <p:cNvSpPr>
              <a:spLocks noChangeShapeType="1"/>
            </p:cNvSpPr>
            <p:nvPr/>
          </p:nvSpPr>
          <p:spPr bwMode="auto">
            <a:xfrm>
              <a:off x="3744"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0718" name="Group 78"/>
          <p:cNvGrpSpPr>
            <a:grpSpLocks/>
          </p:cNvGrpSpPr>
          <p:nvPr/>
        </p:nvGrpSpPr>
        <p:grpSpPr bwMode="auto">
          <a:xfrm>
            <a:off x="1516063" y="3200400"/>
            <a:ext cx="5646737" cy="990600"/>
            <a:chOff x="955" y="2016"/>
            <a:chExt cx="3557" cy="624"/>
          </a:xfrm>
        </p:grpSpPr>
        <p:sp>
          <p:nvSpPr>
            <p:cNvPr id="240719" name="Rectangle 79"/>
            <p:cNvSpPr>
              <a:spLocks noChangeArrowheads="1"/>
            </p:cNvSpPr>
            <p:nvPr/>
          </p:nvSpPr>
          <p:spPr bwMode="auto">
            <a:xfrm>
              <a:off x="1438"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720" name="Rectangle 80"/>
            <p:cNvSpPr>
              <a:spLocks noChangeArrowheads="1"/>
            </p:cNvSpPr>
            <p:nvPr/>
          </p:nvSpPr>
          <p:spPr bwMode="auto">
            <a:xfrm>
              <a:off x="1197"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721" name="Rectangle 81"/>
            <p:cNvSpPr>
              <a:spLocks noChangeArrowheads="1"/>
            </p:cNvSpPr>
            <p:nvPr/>
          </p:nvSpPr>
          <p:spPr bwMode="auto">
            <a:xfrm>
              <a:off x="95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722" name="Line 82"/>
            <p:cNvSpPr>
              <a:spLocks noChangeShapeType="1"/>
            </p:cNvSpPr>
            <p:nvPr/>
          </p:nvSpPr>
          <p:spPr bwMode="auto">
            <a:xfrm>
              <a:off x="1197"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23" name="Line 83"/>
            <p:cNvSpPr>
              <a:spLocks noChangeShapeType="1"/>
            </p:cNvSpPr>
            <p:nvPr/>
          </p:nvSpPr>
          <p:spPr bwMode="auto">
            <a:xfrm>
              <a:off x="143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24" name="Line 84"/>
            <p:cNvSpPr>
              <a:spLocks noChangeShapeType="1"/>
            </p:cNvSpPr>
            <p:nvPr/>
          </p:nvSpPr>
          <p:spPr bwMode="auto">
            <a:xfrm>
              <a:off x="168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25" name="Text Box 85"/>
            <p:cNvSpPr txBox="1">
              <a:spLocks noChangeArrowheads="1"/>
            </p:cNvSpPr>
            <p:nvPr/>
          </p:nvSpPr>
          <p:spPr bwMode="auto">
            <a:xfrm>
              <a:off x="100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0726" name="Text Box 86"/>
            <p:cNvSpPr txBox="1">
              <a:spLocks noChangeArrowheads="1"/>
            </p:cNvSpPr>
            <p:nvPr/>
          </p:nvSpPr>
          <p:spPr bwMode="auto">
            <a:xfrm>
              <a:off x="124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0727" name="Text Box 87"/>
            <p:cNvSpPr txBox="1">
              <a:spLocks noChangeArrowheads="1"/>
            </p:cNvSpPr>
            <p:nvPr/>
          </p:nvSpPr>
          <p:spPr bwMode="auto">
            <a:xfrm>
              <a:off x="148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0728" name="Rectangle 88"/>
            <p:cNvSpPr>
              <a:spLocks noChangeArrowheads="1"/>
            </p:cNvSpPr>
            <p:nvPr/>
          </p:nvSpPr>
          <p:spPr bwMode="auto">
            <a:xfrm>
              <a:off x="2499" y="2170"/>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729" name="Rectangle 89"/>
            <p:cNvSpPr>
              <a:spLocks noChangeArrowheads="1"/>
            </p:cNvSpPr>
            <p:nvPr/>
          </p:nvSpPr>
          <p:spPr bwMode="auto">
            <a:xfrm>
              <a:off x="2258"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730" name="Rectangle 90"/>
            <p:cNvSpPr>
              <a:spLocks noChangeArrowheads="1"/>
            </p:cNvSpPr>
            <p:nvPr/>
          </p:nvSpPr>
          <p:spPr bwMode="auto">
            <a:xfrm>
              <a:off x="2016"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0731" name="Line 91"/>
            <p:cNvSpPr>
              <a:spLocks noChangeShapeType="1"/>
            </p:cNvSpPr>
            <p:nvPr/>
          </p:nvSpPr>
          <p:spPr bwMode="auto">
            <a:xfrm>
              <a:off x="2016"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32" name="Line 92"/>
            <p:cNvSpPr>
              <a:spLocks noChangeShapeType="1"/>
            </p:cNvSpPr>
            <p:nvPr/>
          </p:nvSpPr>
          <p:spPr bwMode="auto">
            <a:xfrm>
              <a:off x="225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33" name="Line 93"/>
            <p:cNvSpPr>
              <a:spLocks noChangeShapeType="1"/>
            </p:cNvSpPr>
            <p:nvPr/>
          </p:nvSpPr>
          <p:spPr bwMode="auto">
            <a:xfrm>
              <a:off x="249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34" name="Line 94"/>
            <p:cNvSpPr>
              <a:spLocks noChangeShapeType="1"/>
            </p:cNvSpPr>
            <p:nvPr/>
          </p:nvSpPr>
          <p:spPr bwMode="auto">
            <a:xfrm>
              <a:off x="2742"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35" name="Text Box 95"/>
            <p:cNvSpPr txBox="1">
              <a:spLocks noChangeArrowheads="1"/>
            </p:cNvSpPr>
            <p:nvPr/>
          </p:nvSpPr>
          <p:spPr bwMode="auto">
            <a:xfrm>
              <a:off x="205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0736" name="Text Box 96"/>
            <p:cNvSpPr txBox="1">
              <a:spLocks noChangeArrowheads="1"/>
            </p:cNvSpPr>
            <p:nvPr/>
          </p:nvSpPr>
          <p:spPr bwMode="auto">
            <a:xfrm>
              <a:off x="229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0737" name="Text Box 97"/>
            <p:cNvSpPr txBox="1">
              <a:spLocks noChangeArrowheads="1"/>
            </p:cNvSpPr>
            <p:nvPr/>
          </p:nvSpPr>
          <p:spPr bwMode="auto">
            <a:xfrm>
              <a:off x="253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40738" name="Rectangle 98"/>
            <p:cNvSpPr>
              <a:spLocks noChangeArrowheads="1"/>
            </p:cNvSpPr>
            <p:nvPr/>
          </p:nvSpPr>
          <p:spPr bwMode="auto">
            <a:xfrm>
              <a:off x="3507"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739" name="Rectangle 99"/>
            <p:cNvSpPr>
              <a:spLocks noChangeArrowheads="1"/>
            </p:cNvSpPr>
            <p:nvPr/>
          </p:nvSpPr>
          <p:spPr bwMode="auto">
            <a:xfrm>
              <a:off x="326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40740" name="Rectangle 100"/>
            <p:cNvSpPr>
              <a:spLocks noChangeArrowheads="1"/>
            </p:cNvSpPr>
            <p:nvPr/>
          </p:nvSpPr>
          <p:spPr bwMode="auto">
            <a:xfrm>
              <a:off x="3024"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0741" name="Line 101"/>
            <p:cNvSpPr>
              <a:spLocks noChangeShapeType="1"/>
            </p:cNvSpPr>
            <p:nvPr/>
          </p:nvSpPr>
          <p:spPr bwMode="auto">
            <a:xfrm>
              <a:off x="3265"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42" name="Text Box 102"/>
            <p:cNvSpPr txBox="1">
              <a:spLocks noChangeArrowheads="1"/>
            </p:cNvSpPr>
            <p:nvPr/>
          </p:nvSpPr>
          <p:spPr bwMode="auto">
            <a:xfrm>
              <a:off x="306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0743" name="Text Box 103"/>
            <p:cNvSpPr txBox="1">
              <a:spLocks noChangeArrowheads="1"/>
            </p:cNvSpPr>
            <p:nvPr/>
          </p:nvSpPr>
          <p:spPr bwMode="auto">
            <a:xfrm>
              <a:off x="330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40744" name="Text Box 104"/>
            <p:cNvSpPr txBox="1">
              <a:spLocks noChangeArrowheads="1"/>
            </p:cNvSpPr>
            <p:nvPr/>
          </p:nvSpPr>
          <p:spPr bwMode="auto">
            <a:xfrm>
              <a:off x="354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40745" name="Rectangle 105"/>
            <p:cNvSpPr>
              <a:spLocks noChangeArrowheads="1"/>
            </p:cNvSpPr>
            <p:nvPr/>
          </p:nvSpPr>
          <p:spPr bwMode="auto">
            <a:xfrm>
              <a:off x="4230"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746" name="Rectangle 106"/>
            <p:cNvSpPr>
              <a:spLocks noChangeArrowheads="1"/>
            </p:cNvSpPr>
            <p:nvPr/>
          </p:nvSpPr>
          <p:spPr bwMode="auto">
            <a:xfrm>
              <a:off x="3989"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747" name="Line 107"/>
            <p:cNvSpPr>
              <a:spLocks noChangeShapeType="1"/>
            </p:cNvSpPr>
            <p:nvPr/>
          </p:nvSpPr>
          <p:spPr bwMode="auto">
            <a:xfrm>
              <a:off x="398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48" name="Line 108"/>
            <p:cNvSpPr>
              <a:spLocks noChangeShapeType="1"/>
            </p:cNvSpPr>
            <p:nvPr/>
          </p:nvSpPr>
          <p:spPr bwMode="auto">
            <a:xfrm>
              <a:off x="423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49" name="Text Box 109"/>
            <p:cNvSpPr txBox="1">
              <a:spLocks noChangeArrowheads="1"/>
            </p:cNvSpPr>
            <p:nvPr/>
          </p:nvSpPr>
          <p:spPr bwMode="auto">
            <a:xfrm>
              <a:off x="397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40750" name="Text Box 110"/>
            <p:cNvSpPr txBox="1">
              <a:spLocks noChangeArrowheads="1"/>
            </p:cNvSpPr>
            <p:nvPr/>
          </p:nvSpPr>
          <p:spPr bwMode="auto">
            <a:xfrm>
              <a:off x="421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40751" name="Line 111"/>
            <p:cNvSpPr>
              <a:spLocks noChangeShapeType="1"/>
            </p:cNvSpPr>
            <p:nvPr/>
          </p:nvSpPr>
          <p:spPr bwMode="auto">
            <a:xfrm flipH="1">
              <a:off x="1008"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2" name="Line 112"/>
            <p:cNvSpPr>
              <a:spLocks noChangeShapeType="1"/>
            </p:cNvSpPr>
            <p:nvPr/>
          </p:nvSpPr>
          <p:spPr bwMode="auto">
            <a:xfrm>
              <a:off x="1296"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3" name="Line 113"/>
            <p:cNvSpPr>
              <a:spLocks noChangeShapeType="1"/>
            </p:cNvSpPr>
            <p:nvPr/>
          </p:nvSpPr>
          <p:spPr bwMode="auto">
            <a:xfrm flipH="1">
              <a:off x="2064"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4" name="Line 114"/>
            <p:cNvSpPr>
              <a:spLocks noChangeShapeType="1"/>
            </p:cNvSpPr>
            <p:nvPr/>
          </p:nvSpPr>
          <p:spPr bwMode="auto">
            <a:xfrm>
              <a:off x="2352"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5" name="Line 115"/>
            <p:cNvSpPr>
              <a:spLocks noChangeShapeType="1"/>
            </p:cNvSpPr>
            <p:nvPr/>
          </p:nvSpPr>
          <p:spPr bwMode="auto">
            <a:xfrm flipH="1">
              <a:off x="3072"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6" name="Line 116"/>
            <p:cNvSpPr>
              <a:spLocks noChangeShapeType="1"/>
            </p:cNvSpPr>
            <p:nvPr/>
          </p:nvSpPr>
          <p:spPr bwMode="auto">
            <a:xfrm>
              <a:off x="3360"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7" name="Line 117"/>
            <p:cNvSpPr>
              <a:spLocks noChangeShapeType="1"/>
            </p:cNvSpPr>
            <p:nvPr/>
          </p:nvSpPr>
          <p:spPr bwMode="auto">
            <a:xfrm flipH="1">
              <a:off x="3936"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758" name="Line 118"/>
            <p:cNvSpPr>
              <a:spLocks noChangeShapeType="1"/>
            </p:cNvSpPr>
            <p:nvPr/>
          </p:nvSpPr>
          <p:spPr bwMode="auto">
            <a:xfrm>
              <a:off x="4224"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0759" name="Group 119"/>
          <p:cNvGrpSpPr>
            <a:grpSpLocks/>
          </p:cNvGrpSpPr>
          <p:nvPr/>
        </p:nvGrpSpPr>
        <p:grpSpPr bwMode="auto">
          <a:xfrm>
            <a:off x="990600" y="4191000"/>
            <a:ext cx="6261100" cy="1600200"/>
            <a:chOff x="624" y="2640"/>
            <a:chExt cx="3944" cy="1008"/>
          </a:xfrm>
        </p:grpSpPr>
        <p:sp>
          <p:nvSpPr>
            <p:cNvPr id="240760" name="Rectangle 120"/>
            <p:cNvSpPr>
              <a:spLocks noChangeArrowheads="1"/>
            </p:cNvSpPr>
            <p:nvPr/>
          </p:nvSpPr>
          <p:spPr bwMode="auto">
            <a:xfrm>
              <a:off x="144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761" name="Line 121"/>
            <p:cNvSpPr>
              <a:spLocks noChangeShapeType="1"/>
            </p:cNvSpPr>
            <p:nvPr/>
          </p:nvSpPr>
          <p:spPr bwMode="auto">
            <a:xfrm>
              <a:off x="144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62" name="Line 122"/>
            <p:cNvSpPr>
              <a:spLocks noChangeShapeType="1"/>
            </p:cNvSpPr>
            <p:nvPr/>
          </p:nvSpPr>
          <p:spPr bwMode="auto">
            <a:xfrm>
              <a:off x="168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63" name="Text Box 123"/>
            <p:cNvSpPr txBox="1">
              <a:spLocks noChangeArrowheads="1"/>
            </p:cNvSpPr>
            <p:nvPr/>
          </p:nvSpPr>
          <p:spPr bwMode="auto">
            <a:xfrm>
              <a:off x="148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0764" name="Rectangle 124"/>
            <p:cNvSpPr>
              <a:spLocks noChangeArrowheads="1"/>
            </p:cNvSpPr>
            <p:nvPr/>
          </p:nvSpPr>
          <p:spPr bwMode="auto">
            <a:xfrm>
              <a:off x="2496" y="2794"/>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765" name="Line 125"/>
            <p:cNvSpPr>
              <a:spLocks noChangeShapeType="1"/>
            </p:cNvSpPr>
            <p:nvPr/>
          </p:nvSpPr>
          <p:spPr bwMode="auto">
            <a:xfrm>
              <a:off x="249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66" name="Line 126"/>
            <p:cNvSpPr>
              <a:spLocks noChangeShapeType="1"/>
            </p:cNvSpPr>
            <p:nvPr/>
          </p:nvSpPr>
          <p:spPr bwMode="auto">
            <a:xfrm>
              <a:off x="273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67" name="Text Box 127"/>
            <p:cNvSpPr txBox="1">
              <a:spLocks noChangeArrowheads="1"/>
            </p:cNvSpPr>
            <p:nvPr/>
          </p:nvSpPr>
          <p:spPr bwMode="auto">
            <a:xfrm>
              <a:off x="2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40768" name="Rectangle 128"/>
            <p:cNvSpPr>
              <a:spLocks noChangeArrowheads="1"/>
            </p:cNvSpPr>
            <p:nvPr/>
          </p:nvSpPr>
          <p:spPr bwMode="auto">
            <a:xfrm>
              <a:off x="350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40769" name="Text Box 129"/>
            <p:cNvSpPr txBox="1">
              <a:spLocks noChangeArrowheads="1"/>
            </p:cNvSpPr>
            <p:nvPr/>
          </p:nvSpPr>
          <p:spPr bwMode="auto">
            <a:xfrm>
              <a:off x="3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40770" name="Rectangle 130"/>
            <p:cNvSpPr>
              <a:spLocks noChangeArrowheads="1"/>
            </p:cNvSpPr>
            <p:nvPr/>
          </p:nvSpPr>
          <p:spPr bwMode="auto">
            <a:xfrm>
              <a:off x="390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0771" name="Line 131"/>
            <p:cNvSpPr>
              <a:spLocks noChangeShapeType="1"/>
            </p:cNvSpPr>
            <p:nvPr/>
          </p:nvSpPr>
          <p:spPr bwMode="auto">
            <a:xfrm>
              <a:off x="390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72" name="Line 132"/>
            <p:cNvSpPr>
              <a:spLocks noChangeShapeType="1"/>
            </p:cNvSpPr>
            <p:nvPr/>
          </p:nvSpPr>
          <p:spPr bwMode="auto">
            <a:xfrm>
              <a:off x="414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73" name="Text Box 133"/>
            <p:cNvSpPr txBox="1">
              <a:spLocks noChangeArrowheads="1"/>
            </p:cNvSpPr>
            <p:nvPr/>
          </p:nvSpPr>
          <p:spPr bwMode="auto">
            <a:xfrm>
              <a:off x="3888"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40774" name="Rectangle 134"/>
            <p:cNvSpPr>
              <a:spLocks noChangeArrowheads="1"/>
            </p:cNvSpPr>
            <p:nvPr/>
          </p:nvSpPr>
          <p:spPr bwMode="auto">
            <a:xfrm>
              <a:off x="4326"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775" name="Line 135"/>
            <p:cNvSpPr>
              <a:spLocks noChangeShapeType="1"/>
            </p:cNvSpPr>
            <p:nvPr/>
          </p:nvSpPr>
          <p:spPr bwMode="auto">
            <a:xfrm>
              <a:off x="432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76" name="Text Box 136"/>
            <p:cNvSpPr txBox="1">
              <a:spLocks noChangeArrowheads="1"/>
            </p:cNvSpPr>
            <p:nvPr/>
          </p:nvSpPr>
          <p:spPr bwMode="auto">
            <a:xfrm>
              <a:off x="4309"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40777" name="Rectangle 137"/>
            <p:cNvSpPr>
              <a:spLocks noChangeArrowheads="1"/>
            </p:cNvSpPr>
            <p:nvPr/>
          </p:nvSpPr>
          <p:spPr bwMode="auto">
            <a:xfrm>
              <a:off x="62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778" name="Line 138"/>
            <p:cNvSpPr>
              <a:spLocks noChangeShapeType="1"/>
            </p:cNvSpPr>
            <p:nvPr/>
          </p:nvSpPr>
          <p:spPr bwMode="auto">
            <a:xfrm>
              <a:off x="86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79" name="Text Box 139"/>
            <p:cNvSpPr txBox="1">
              <a:spLocks noChangeArrowheads="1"/>
            </p:cNvSpPr>
            <p:nvPr/>
          </p:nvSpPr>
          <p:spPr bwMode="auto">
            <a:xfrm>
              <a:off x="67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0780" name="Rectangle 140"/>
            <p:cNvSpPr>
              <a:spLocks noChangeArrowheads="1"/>
            </p:cNvSpPr>
            <p:nvPr/>
          </p:nvSpPr>
          <p:spPr bwMode="auto">
            <a:xfrm>
              <a:off x="1056"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781" name="Line 141"/>
            <p:cNvSpPr>
              <a:spLocks noChangeShapeType="1"/>
            </p:cNvSpPr>
            <p:nvPr/>
          </p:nvSpPr>
          <p:spPr bwMode="auto">
            <a:xfrm>
              <a:off x="105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82" name="Line 142"/>
            <p:cNvSpPr>
              <a:spLocks noChangeShapeType="1"/>
            </p:cNvSpPr>
            <p:nvPr/>
          </p:nvSpPr>
          <p:spPr bwMode="auto">
            <a:xfrm>
              <a:off x="1297"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83" name="Text Box 143"/>
            <p:cNvSpPr txBox="1">
              <a:spLocks noChangeArrowheads="1"/>
            </p:cNvSpPr>
            <p:nvPr/>
          </p:nvSpPr>
          <p:spPr bwMode="auto">
            <a:xfrm>
              <a:off x="110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0784" name="Rectangle 144"/>
            <p:cNvSpPr>
              <a:spLocks noChangeArrowheads="1"/>
            </p:cNvSpPr>
            <p:nvPr/>
          </p:nvSpPr>
          <p:spPr bwMode="auto">
            <a:xfrm>
              <a:off x="177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785" name="Line 145"/>
            <p:cNvSpPr>
              <a:spLocks noChangeShapeType="1"/>
            </p:cNvSpPr>
            <p:nvPr/>
          </p:nvSpPr>
          <p:spPr bwMode="auto">
            <a:xfrm>
              <a:off x="177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86" name="Line 146"/>
            <p:cNvSpPr>
              <a:spLocks noChangeShapeType="1"/>
            </p:cNvSpPr>
            <p:nvPr/>
          </p:nvSpPr>
          <p:spPr bwMode="auto">
            <a:xfrm>
              <a:off x="20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87" name="Text Box 147"/>
            <p:cNvSpPr txBox="1">
              <a:spLocks noChangeArrowheads="1"/>
            </p:cNvSpPr>
            <p:nvPr/>
          </p:nvSpPr>
          <p:spPr bwMode="auto">
            <a:xfrm>
              <a:off x="1817"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0788" name="Rectangle 148"/>
            <p:cNvSpPr>
              <a:spLocks noChangeArrowheads="1"/>
            </p:cNvSpPr>
            <p:nvPr/>
          </p:nvSpPr>
          <p:spPr bwMode="auto">
            <a:xfrm>
              <a:off x="2208"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0789" name="Line 149"/>
            <p:cNvSpPr>
              <a:spLocks noChangeShapeType="1"/>
            </p:cNvSpPr>
            <p:nvPr/>
          </p:nvSpPr>
          <p:spPr bwMode="auto">
            <a:xfrm>
              <a:off x="220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90" name="Line 150"/>
            <p:cNvSpPr>
              <a:spLocks noChangeShapeType="1"/>
            </p:cNvSpPr>
            <p:nvPr/>
          </p:nvSpPr>
          <p:spPr bwMode="auto">
            <a:xfrm>
              <a:off x="2449"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91" name="Text Box 151"/>
            <p:cNvSpPr txBox="1">
              <a:spLocks noChangeArrowheads="1"/>
            </p:cNvSpPr>
            <p:nvPr/>
          </p:nvSpPr>
          <p:spPr bwMode="auto">
            <a:xfrm>
              <a:off x="2249"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0792" name="Rectangle 152"/>
            <p:cNvSpPr>
              <a:spLocks noChangeArrowheads="1"/>
            </p:cNvSpPr>
            <p:nvPr/>
          </p:nvSpPr>
          <p:spPr bwMode="auto">
            <a:xfrm>
              <a:off x="2783"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793" name="Line 153"/>
            <p:cNvSpPr>
              <a:spLocks noChangeShapeType="1"/>
            </p:cNvSpPr>
            <p:nvPr/>
          </p:nvSpPr>
          <p:spPr bwMode="auto">
            <a:xfrm>
              <a:off x="302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94" name="Text Box 154"/>
            <p:cNvSpPr txBox="1">
              <a:spLocks noChangeArrowheads="1"/>
            </p:cNvSpPr>
            <p:nvPr/>
          </p:nvSpPr>
          <p:spPr bwMode="auto">
            <a:xfrm>
              <a:off x="282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0795" name="Rectangle 155"/>
            <p:cNvSpPr>
              <a:spLocks noChangeArrowheads="1"/>
            </p:cNvSpPr>
            <p:nvPr/>
          </p:nvSpPr>
          <p:spPr bwMode="auto">
            <a:xfrm>
              <a:off x="3216"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0796" name="Line 156"/>
            <p:cNvSpPr>
              <a:spLocks noChangeShapeType="1"/>
            </p:cNvSpPr>
            <p:nvPr/>
          </p:nvSpPr>
          <p:spPr bwMode="auto">
            <a:xfrm>
              <a:off x="32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97" name="Line 157"/>
            <p:cNvSpPr>
              <a:spLocks noChangeShapeType="1"/>
            </p:cNvSpPr>
            <p:nvPr/>
          </p:nvSpPr>
          <p:spPr bwMode="auto">
            <a:xfrm>
              <a:off x="345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798" name="Text Box 158"/>
            <p:cNvSpPr txBox="1">
              <a:spLocks noChangeArrowheads="1"/>
            </p:cNvSpPr>
            <p:nvPr/>
          </p:nvSpPr>
          <p:spPr bwMode="auto">
            <a:xfrm>
              <a:off x="325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grpSp>
      <p:grpSp>
        <p:nvGrpSpPr>
          <p:cNvPr id="240799" name="Group 159"/>
          <p:cNvGrpSpPr>
            <a:grpSpLocks/>
          </p:cNvGrpSpPr>
          <p:nvPr/>
        </p:nvGrpSpPr>
        <p:grpSpPr bwMode="auto">
          <a:xfrm>
            <a:off x="1143000" y="4191000"/>
            <a:ext cx="4195763" cy="990600"/>
            <a:chOff x="720" y="2640"/>
            <a:chExt cx="2643" cy="624"/>
          </a:xfrm>
        </p:grpSpPr>
        <p:sp>
          <p:nvSpPr>
            <p:cNvPr id="240800" name="Rectangle 160"/>
            <p:cNvSpPr>
              <a:spLocks noChangeArrowheads="1"/>
            </p:cNvSpPr>
            <p:nvPr/>
          </p:nvSpPr>
          <p:spPr bwMode="auto">
            <a:xfrm>
              <a:off x="959"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801" name="Rectangle 161"/>
            <p:cNvSpPr>
              <a:spLocks noChangeArrowheads="1"/>
            </p:cNvSpPr>
            <p:nvPr/>
          </p:nvSpPr>
          <p:spPr bwMode="auto">
            <a:xfrm>
              <a:off x="72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0802" name="Line 162"/>
            <p:cNvSpPr>
              <a:spLocks noChangeShapeType="1"/>
            </p:cNvSpPr>
            <p:nvPr/>
          </p:nvSpPr>
          <p:spPr bwMode="auto">
            <a:xfrm>
              <a:off x="95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03" name="Line 163"/>
            <p:cNvSpPr>
              <a:spLocks noChangeShapeType="1"/>
            </p:cNvSpPr>
            <p:nvPr/>
          </p:nvSpPr>
          <p:spPr bwMode="auto">
            <a:xfrm>
              <a:off x="120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04" name="Text Box 164"/>
            <p:cNvSpPr txBox="1">
              <a:spLocks noChangeArrowheads="1"/>
            </p:cNvSpPr>
            <p:nvPr/>
          </p:nvSpPr>
          <p:spPr bwMode="auto">
            <a:xfrm>
              <a:off x="768"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0805" name="Text Box 165"/>
            <p:cNvSpPr txBox="1">
              <a:spLocks noChangeArrowheads="1"/>
            </p:cNvSpPr>
            <p:nvPr/>
          </p:nvSpPr>
          <p:spPr bwMode="auto">
            <a:xfrm>
              <a:off x="100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0806" name="Rectangle 166"/>
            <p:cNvSpPr>
              <a:spLocks noChangeArrowheads="1"/>
            </p:cNvSpPr>
            <p:nvPr/>
          </p:nvSpPr>
          <p:spPr bwMode="auto">
            <a:xfrm>
              <a:off x="211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0807" name="Rectangle 167"/>
            <p:cNvSpPr>
              <a:spLocks noChangeArrowheads="1"/>
            </p:cNvSpPr>
            <p:nvPr/>
          </p:nvSpPr>
          <p:spPr bwMode="auto">
            <a:xfrm>
              <a:off x="187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0808" name="Line 168"/>
            <p:cNvSpPr>
              <a:spLocks noChangeShapeType="1"/>
            </p:cNvSpPr>
            <p:nvPr/>
          </p:nvSpPr>
          <p:spPr bwMode="auto">
            <a:xfrm>
              <a:off x="187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09" name="Line 169"/>
            <p:cNvSpPr>
              <a:spLocks noChangeShapeType="1"/>
            </p:cNvSpPr>
            <p:nvPr/>
          </p:nvSpPr>
          <p:spPr bwMode="auto">
            <a:xfrm>
              <a:off x="211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10" name="Line 170"/>
            <p:cNvSpPr>
              <a:spLocks noChangeShapeType="1"/>
            </p:cNvSpPr>
            <p:nvPr/>
          </p:nvSpPr>
          <p:spPr bwMode="auto">
            <a:xfrm>
              <a:off x="235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11" name="Text Box 171"/>
            <p:cNvSpPr txBox="1">
              <a:spLocks noChangeArrowheads="1"/>
            </p:cNvSpPr>
            <p:nvPr/>
          </p:nvSpPr>
          <p:spPr bwMode="auto">
            <a:xfrm>
              <a:off x="191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0812" name="Text Box 172"/>
            <p:cNvSpPr txBox="1">
              <a:spLocks noChangeArrowheads="1"/>
            </p:cNvSpPr>
            <p:nvPr/>
          </p:nvSpPr>
          <p:spPr bwMode="auto">
            <a:xfrm>
              <a:off x="215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0813" name="Rectangle 173"/>
            <p:cNvSpPr>
              <a:spLocks noChangeArrowheads="1"/>
            </p:cNvSpPr>
            <p:nvPr/>
          </p:nvSpPr>
          <p:spPr bwMode="auto">
            <a:xfrm>
              <a:off x="3121"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0814" name="Rectangle 174"/>
            <p:cNvSpPr>
              <a:spLocks noChangeArrowheads="1"/>
            </p:cNvSpPr>
            <p:nvPr/>
          </p:nvSpPr>
          <p:spPr bwMode="auto">
            <a:xfrm>
              <a:off x="2880"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0815" name="Line 175"/>
            <p:cNvSpPr>
              <a:spLocks noChangeShapeType="1"/>
            </p:cNvSpPr>
            <p:nvPr/>
          </p:nvSpPr>
          <p:spPr bwMode="auto">
            <a:xfrm>
              <a:off x="3121"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16" name="Line 176"/>
            <p:cNvSpPr>
              <a:spLocks noChangeShapeType="1"/>
            </p:cNvSpPr>
            <p:nvPr/>
          </p:nvSpPr>
          <p:spPr bwMode="auto">
            <a:xfrm>
              <a:off x="3363"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0817" name="Text Box 177"/>
            <p:cNvSpPr txBox="1">
              <a:spLocks noChangeArrowheads="1"/>
            </p:cNvSpPr>
            <p:nvPr/>
          </p:nvSpPr>
          <p:spPr bwMode="auto">
            <a:xfrm>
              <a:off x="291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0818" name="Text Box 178"/>
            <p:cNvSpPr txBox="1">
              <a:spLocks noChangeArrowheads="1"/>
            </p:cNvSpPr>
            <p:nvPr/>
          </p:nvSpPr>
          <p:spPr bwMode="auto">
            <a:xfrm>
              <a:off x="315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40819" name="Line 179"/>
            <p:cNvSpPr>
              <a:spLocks noChangeShapeType="1"/>
            </p:cNvSpPr>
            <p:nvPr/>
          </p:nvSpPr>
          <p:spPr bwMode="auto">
            <a:xfrm flipH="1">
              <a:off x="816"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820" name="Line 180"/>
            <p:cNvSpPr>
              <a:spLocks noChangeShapeType="1"/>
            </p:cNvSpPr>
            <p:nvPr/>
          </p:nvSpPr>
          <p:spPr bwMode="auto">
            <a:xfrm>
              <a:off x="960"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821" name="Line 181"/>
            <p:cNvSpPr>
              <a:spLocks noChangeShapeType="1"/>
            </p:cNvSpPr>
            <p:nvPr/>
          </p:nvSpPr>
          <p:spPr bwMode="auto">
            <a:xfrm flipH="1">
              <a:off x="1968"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822" name="Line 182"/>
            <p:cNvSpPr>
              <a:spLocks noChangeShapeType="1"/>
            </p:cNvSpPr>
            <p:nvPr/>
          </p:nvSpPr>
          <p:spPr bwMode="auto">
            <a:xfrm>
              <a:off x="2112"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823" name="Line 183"/>
            <p:cNvSpPr>
              <a:spLocks noChangeShapeType="1"/>
            </p:cNvSpPr>
            <p:nvPr/>
          </p:nvSpPr>
          <p:spPr bwMode="auto">
            <a:xfrm flipH="1">
              <a:off x="2976"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824" name="Line 184"/>
            <p:cNvSpPr>
              <a:spLocks noChangeShapeType="1"/>
            </p:cNvSpPr>
            <p:nvPr/>
          </p:nvSpPr>
          <p:spPr bwMode="auto">
            <a:xfrm>
              <a:off x="3120"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40825" name="Text Box 185"/>
          <p:cNvSpPr txBox="1">
            <a:spLocks noChangeArrowheads="1"/>
          </p:cNvSpPr>
          <p:nvPr/>
        </p:nvSpPr>
        <p:spPr bwMode="auto">
          <a:xfrm>
            <a:off x="358775" y="1320800"/>
            <a:ext cx="15525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Conquer</a:t>
            </a:r>
          </a:p>
          <a:p>
            <a:r>
              <a:rPr lang="en-US" altLang="en-US" sz="2800">
                <a:solidFill>
                  <a:srgbClr val="DD0111"/>
                </a:solidFill>
              </a:rPr>
              <a:t>and</a:t>
            </a:r>
          </a:p>
          <a:p>
            <a:r>
              <a:rPr lang="en-US" altLang="en-US" sz="2800">
                <a:solidFill>
                  <a:srgbClr val="DD0111"/>
                </a:solidFill>
              </a:rPr>
              <a:t>Merge</a:t>
            </a:r>
          </a:p>
        </p:txBody>
      </p:sp>
    </p:spTree>
    <p:extLst>
      <p:ext uri="{BB962C8B-B14F-4D97-AF65-F5344CB8AC3E}">
        <p14:creationId xmlns:p14="http://schemas.microsoft.com/office/powerpoint/2010/main" val="2253833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
          <p:cNvSpPr>
            <a:spLocks noGrp="1"/>
          </p:cNvSpPr>
          <p:nvPr>
            <p:ph type="sldNum" sz="quarter" idx="11"/>
          </p:nvPr>
        </p:nvSpPr>
        <p:spPr/>
        <p:txBody>
          <a:bodyPr/>
          <a:lstStyle/>
          <a:p>
            <a:fld id="{B297614E-E010-4DFB-8742-9A4B25E7F706}" type="slidenum">
              <a:rPr lang="en-US" altLang="en-US"/>
              <a:pPr/>
              <a:t>18</a:t>
            </a:fld>
            <a:endParaRPr lang="en-US" altLang="en-US"/>
          </a:p>
        </p:txBody>
      </p:sp>
      <p:sp>
        <p:nvSpPr>
          <p:cNvPr id="242690" name="Rectangle 2"/>
          <p:cNvSpPr>
            <a:spLocks noGrp="1" noChangeArrowheads="1"/>
          </p:cNvSpPr>
          <p:nvPr>
            <p:ph type="title"/>
          </p:nvPr>
        </p:nvSpPr>
        <p:spPr/>
        <p:txBody>
          <a:bodyPr/>
          <a:lstStyle/>
          <a:p>
            <a:r>
              <a:rPr lang="en-US" altLang="en-US"/>
              <a:t>Merging</a:t>
            </a:r>
          </a:p>
        </p:txBody>
      </p:sp>
      <p:sp>
        <p:nvSpPr>
          <p:cNvPr id="242691" name="Rectangle 3"/>
          <p:cNvSpPr>
            <a:spLocks noGrp="1" noChangeArrowheads="1"/>
          </p:cNvSpPr>
          <p:nvPr>
            <p:ph type="body" idx="1"/>
          </p:nvPr>
        </p:nvSpPr>
        <p:spPr>
          <a:xfrm>
            <a:off x="430213" y="1576388"/>
            <a:ext cx="8308975" cy="3894137"/>
          </a:xfrm>
        </p:spPr>
        <p:txBody>
          <a:bodyPr>
            <a:normAutofit fontScale="92500" lnSpcReduction="10000"/>
          </a:bodyPr>
          <a:lstStyle/>
          <a:p>
            <a:pPr>
              <a:lnSpc>
                <a:spcPct val="130000"/>
              </a:lnSpc>
            </a:pPr>
            <a:r>
              <a:rPr lang="en-US" altLang="en-US"/>
              <a:t>Idea for merging:</a:t>
            </a:r>
          </a:p>
          <a:p>
            <a:pPr lvl="1">
              <a:lnSpc>
                <a:spcPct val="130000"/>
              </a:lnSpc>
            </a:pPr>
            <a:r>
              <a:rPr lang="en-US" altLang="en-US"/>
              <a:t>Two piles of sorted cards</a:t>
            </a:r>
          </a:p>
          <a:p>
            <a:pPr lvl="2">
              <a:lnSpc>
                <a:spcPct val="130000"/>
              </a:lnSpc>
            </a:pPr>
            <a:r>
              <a:rPr lang="en-US" altLang="en-US"/>
              <a:t>Choose the smaller of the two top cards</a:t>
            </a:r>
          </a:p>
          <a:p>
            <a:pPr lvl="2">
              <a:lnSpc>
                <a:spcPct val="130000"/>
              </a:lnSpc>
            </a:pPr>
            <a:r>
              <a:rPr lang="en-US" altLang="en-US"/>
              <a:t>Remove it and place it in the output pile</a:t>
            </a:r>
          </a:p>
          <a:p>
            <a:pPr lvl="1">
              <a:lnSpc>
                <a:spcPct val="130000"/>
              </a:lnSpc>
            </a:pPr>
            <a:r>
              <a:rPr lang="en-US" altLang="en-US"/>
              <a:t>Repeat the process until one pile is empty</a:t>
            </a:r>
          </a:p>
          <a:p>
            <a:pPr lvl="1">
              <a:lnSpc>
                <a:spcPct val="130000"/>
              </a:lnSpc>
            </a:pPr>
            <a:r>
              <a:rPr lang="en-US" altLang="en-US"/>
              <a:t>Take the remaining input pile and place it face-down onto the output pile</a:t>
            </a:r>
          </a:p>
        </p:txBody>
      </p:sp>
      <p:grpSp>
        <p:nvGrpSpPr>
          <p:cNvPr id="242692" name="Group 4"/>
          <p:cNvGrpSpPr>
            <a:grpSpLocks/>
          </p:cNvGrpSpPr>
          <p:nvPr/>
        </p:nvGrpSpPr>
        <p:grpSpPr bwMode="auto">
          <a:xfrm>
            <a:off x="5365750" y="1398588"/>
            <a:ext cx="3098800" cy="1017587"/>
            <a:chOff x="3808" y="977"/>
            <a:chExt cx="1952" cy="641"/>
          </a:xfrm>
        </p:grpSpPr>
        <p:sp>
          <p:nvSpPr>
            <p:cNvPr id="242693" name="Text Box 5"/>
            <p:cNvSpPr txBox="1">
              <a:spLocks noChangeArrowheads="1"/>
            </p:cNvSpPr>
            <p:nvPr/>
          </p:nvSpPr>
          <p:spPr bwMode="auto">
            <a:xfrm>
              <a:off x="382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2694" name="Text Box 6"/>
            <p:cNvSpPr txBox="1">
              <a:spLocks noChangeArrowheads="1"/>
            </p:cNvSpPr>
            <p:nvPr/>
          </p:nvSpPr>
          <p:spPr bwMode="auto">
            <a:xfrm>
              <a:off x="406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2695" name="Text Box 7"/>
            <p:cNvSpPr txBox="1">
              <a:spLocks noChangeArrowheads="1"/>
            </p:cNvSpPr>
            <p:nvPr/>
          </p:nvSpPr>
          <p:spPr bwMode="auto">
            <a:xfrm>
              <a:off x="430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2696" name="Text Box 8"/>
            <p:cNvSpPr txBox="1">
              <a:spLocks noChangeArrowheads="1"/>
            </p:cNvSpPr>
            <p:nvPr/>
          </p:nvSpPr>
          <p:spPr bwMode="auto">
            <a:xfrm>
              <a:off x="454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42697" name="Text Box 9"/>
            <p:cNvSpPr txBox="1">
              <a:spLocks noChangeArrowheads="1"/>
            </p:cNvSpPr>
            <p:nvPr/>
          </p:nvSpPr>
          <p:spPr bwMode="auto">
            <a:xfrm>
              <a:off x="478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42698" name="Text Box 10"/>
            <p:cNvSpPr txBox="1">
              <a:spLocks noChangeArrowheads="1"/>
            </p:cNvSpPr>
            <p:nvPr/>
          </p:nvSpPr>
          <p:spPr bwMode="auto">
            <a:xfrm>
              <a:off x="502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42699" name="Text Box 11"/>
            <p:cNvSpPr txBox="1">
              <a:spLocks noChangeArrowheads="1"/>
            </p:cNvSpPr>
            <p:nvPr/>
          </p:nvSpPr>
          <p:spPr bwMode="auto">
            <a:xfrm>
              <a:off x="526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2700" name="Text Box 12"/>
            <p:cNvSpPr txBox="1">
              <a:spLocks noChangeArrowheads="1"/>
            </p:cNvSpPr>
            <p:nvPr/>
          </p:nvSpPr>
          <p:spPr bwMode="auto">
            <a:xfrm>
              <a:off x="550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42701" name="Rectangle 13"/>
            <p:cNvSpPr>
              <a:spLocks noChangeArrowheads="1"/>
            </p:cNvSpPr>
            <p:nvPr/>
          </p:nvSpPr>
          <p:spPr bwMode="auto">
            <a:xfrm>
              <a:off x="548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6</a:t>
              </a:r>
            </a:p>
          </p:txBody>
        </p:sp>
        <p:sp>
          <p:nvSpPr>
            <p:cNvPr id="242702" name="Rectangle 14"/>
            <p:cNvSpPr>
              <a:spLocks noChangeArrowheads="1"/>
            </p:cNvSpPr>
            <p:nvPr/>
          </p:nvSpPr>
          <p:spPr bwMode="auto">
            <a:xfrm>
              <a:off x="524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3</a:t>
              </a:r>
            </a:p>
          </p:txBody>
        </p:sp>
        <p:sp>
          <p:nvSpPr>
            <p:cNvPr id="242703" name="Rectangle 15"/>
            <p:cNvSpPr>
              <a:spLocks noChangeArrowheads="1"/>
            </p:cNvSpPr>
            <p:nvPr/>
          </p:nvSpPr>
          <p:spPr bwMode="auto">
            <a:xfrm>
              <a:off x="500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2704" name="Rectangle 16"/>
            <p:cNvSpPr>
              <a:spLocks noChangeArrowheads="1"/>
            </p:cNvSpPr>
            <p:nvPr/>
          </p:nvSpPr>
          <p:spPr bwMode="auto">
            <a:xfrm>
              <a:off x="476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1</a:t>
              </a:r>
            </a:p>
          </p:txBody>
        </p:sp>
        <p:sp>
          <p:nvSpPr>
            <p:cNvPr id="242705" name="Rectangle 17"/>
            <p:cNvSpPr>
              <a:spLocks noChangeArrowheads="1"/>
            </p:cNvSpPr>
            <p:nvPr/>
          </p:nvSpPr>
          <p:spPr bwMode="auto">
            <a:xfrm>
              <a:off x="4528" y="1388"/>
              <a:ext cx="240"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7</a:t>
              </a:r>
            </a:p>
          </p:txBody>
        </p:sp>
        <p:sp>
          <p:nvSpPr>
            <p:cNvPr id="242706" name="Rectangle 18"/>
            <p:cNvSpPr>
              <a:spLocks noChangeArrowheads="1"/>
            </p:cNvSpPr>
            <p:nvPr/>
          </p:nvSpPr>
          <p:spPr bwMode="auto">
            <a:xfrm>
              <a:off x="428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5</a:t>
              </a:r>
            </a:p>
          </p:txBody>
        </p:sp>
        <p:sp>
          <p:nvSpPr>
            <p:cNvPr id="242707" name="Rectangle 19"/>
            <p:cNvSpPr>
              <a:spLocks noChangeArrowheads="1"/>
            </p:cNvSpPr>
            <p:nvPr/>
          </p:nvSpPr>
          <p:spPr bwMode="auto">
            <a:xfrm>
              <a:off x="404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4</a:t>
              </a:r>
            </a:p>
          </p:txBody>
        </p:sp>
        <p:sp>
          <p:nvSpPr>
            <p:cNvPr id="242708" name="Rectangle 20"/>
            <p:cNvSpPr>
              <a:spLocks noChangeArrowheads="1"/>
            </p:cNvSpPr>
            <p:nvPr/>
          </p:nvSpPr>
          <p:spPr bwMode="auto">
            <a:xfrm>
              <a:off x="380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charset="0"/>
                </a:defRPr>
              </a:lvl1pPr>
              <a:lvl2pPr>
                <a:spcBef>
                  <a:spcPct val="20000"/>
                </a:spcBef>
                <a:buChar char="–"/>
                <a:defRPr sz="2000">
                  <a:solidFill>
                    <a:schemeClr val="tx1"/>
                  </a:solidFill>
                  <a:latin typeface="Arial" charset="0"/>
                </a:defRPr>
              </a:lvl2pPr>
              <a:lvl3pPr>
                <a:spcBef>
                  <a:spcPct val="20000"/>
                </a:spcBef>
                <a:buChar char="•"/>
                <a:defRPr>
                  <a:solidFill>
                    <a:schemeClr val="accent2"/>
                  </a:solidFill>
                  <a:latin typeface="Arial" charset="0"/>
                </a:defRPr>
              </a:lvl3pPr>
              <a:lvl4pPr>
                <a:spcBef>
                  <a:spcPct val="20000"/>
                </a:spcBef>
                <a:buChar char="–"/>
                <a:defRPr sz="1600">
                  <a:solidFill>
                    <a:schemeClr val="tx1"/>
                  </a:solidFill>
                  <a:latin typeface="Arial" charset="0"/>
                </a:defRPr>
              </a:lvl4pPr>
              <a:lvl5pPr>
                <a:spcBef>
                  <a:spcPct val="20000"/>
                </a:spcBef>
                <a:buChar char="»"/>
                <a:defRPr sz="1400">
                  <a:solidFill>
                    <a:schemeClr val="tx1"/>
                  </a:solidFill>
                  <a:latin typeface="Arial" charset="0"/>
                </a:defRPr>
              </a:lvl5pPr>
              <a:lvl6pPr fontAlgn="base">
                <a:spcBef>
                  <a:spcPct val="20000"/>
                </a:spcBef>
                <a:spcAft>
                  <a:spcPct val="0"/>
                </a:spcAft>
                <a:buChar char="»"/>
                <a:defRPr sz="1400">
                  <a:solidFill>
                    <a:schemeClr val="tx1"/>
                  </a:solidFill>
                  <a:latin typeface="Arial" charset="0"/>
                </a:defRPr>
              </a:lvl6pPr>
              <a:lvl7pPr fontAlgn="base">
                <a:spcBef>
                  <a:spcPct val="20000"/>
                </a:spcBef>
                <a:spcAft>
                  <a:spcPct val="0"/>
                </a:spcAft>
                <a:buChar char="»"/>
                <a:defRPr sz="1400">
                  <a:solidFill>
                    <a:schemeClr val="tx1"/>
                  </a:solidFill>
                  <a:latin typeface="Arial" charset="0"/>
                </a:defRPr>
              </a:lvl7pPr>
              <a:lvl8pPr fontAlgn="base">
                <a:spcBef>
                  <a:spcPct val="20000"/>
                </a:spcBef>
                <a:spcAft>
                  <a:spcPct val="0"/>
                </a:spcAft>
                <a:buChar char="»"/>
                <a:defRPr sz="1400">
                  <a:solidFill>
                    <a:schemeClr val="tx1"/>
                  </a:solidFill>
                  <a:latin typeface="Arial" charset="0"/>
                </a:defRPr>
              </a:lvl8pPr>
              <a:lvl9pPr fontAlgn="base">
                <a:spcBef>
                  <a:spcPct val="20000"/>
                </a:spcBef>
                <a:spcAft>
                  <a:spcPct val="0"/>
                </a:spcAft>
                <a:buChar char="»"/>
                <a:defRPr sz="1400">
                  <a:solidFill>
                    <a:schemeClr val="tx1"/>
                  </a:solidFill>
                  <a:latin typeface="Arial" charset="0"/>
                </a:defRPr>
              </a:lvl9pPr>
            </a:lstStyle>
            <a:p>
              <a:pPr>
                <a:buFontTx/>
                <a:buNone/>
              </a:pPr>
              <a:r>
                <a:rPr lang="en-US" altLang="en-US" sz="1800"/>
                <a:t>2</a:t>
              </a:r>
            </a:p>
          </p:txBody>
        </p:sp>
        <p:sp>
          <p:nvSpPr>
            <p:cNvPr id="242709" name="Line 21"/>
            <p:cNvSpPr>
              <a:spLocks noChangeShapeType="1"/>
            </p:cNvSpPr>
            <p:nvPr/>
          </p:nvSpPr>
          <p:spPr bwMode="auto">
            <a:xfrm>
              <a:off x="3808" y="1388"/>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0" name="Line 22"/>
            <p:cNvSpPr>
              <a:spLocks noChangeShapeType="1"/>
            </p:cNvSpPr>
            <p:nvPr/>
          </p:nvSpPr>
          <p:spPr bwMode="auto">
            <a:xfrm>
              <a:off x="3808" y="1618"/>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1" name="Line 23"/>
            <p:cNvSpPr>
              <a:spLocks noChangeShapeType="1"/>
            </p:cNvSpPr>
            <p:nvPr/>
          </p:nvSpPr>
          <p:spPr bwMode="auto">
            <a:xfrm>
              <a:off x="3808" y="1388"/>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2" name="Line 24"/>
            <p:cNvSpPr>
              <a:spLocks noChangeShapeType="1"/>
            </p:cNvSpPr>
            <p:nvPr/>
          </p:nvSpPr>
          <p:spPr bwMode="auto">
            <a:xfrm>
              <a:off x="404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3" name="Line 25"/>
            <p:cNvSpPr>
              <a:spLocks noChangeShapeType="1"/>
            </p:cNvSpPr>
            <p:nvPr/>
          </p:nvSpPr>
          <p:spPr bwMode="auto">
            <a:xfrm>
              <a:off x="428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4" name="Line 26"/>
            <p:cNvSpPr>
              <a:spLocks noChangeShapeType="1"/>
            </p:cNvSpPr>
            <p:nvPr/>
          </p:nvSpPr>
          <p:spPr bwMode="auto">
            <a:xfrm>
              <a:off x="452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5" name="Line 27"/>
            <p:cNvSpPr>
              <a:spLocks noChangeShapeType="1"/>
            </p:cNvSpPr>
            <p:nvPr/>
          </p:nvSpPr>
          <p:spPr bwMode="auto">
            <a:xfrm>
              <a:off x="476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6" name="Line 28"/>
            <p:cNvSpPr>
              <a:spLocks noChangeShapeType="1"/>
            </p:cNvSpPr>
            <p:nvPr/>
          </p:nvSpPr>
          <p:spPr bwMode="auto">
            <a:xfrm>
              <a:off x="500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7" name="Line 29"/>
            <p:cNvSpPr>
              <a:spLocks noChangeShapeType="1"/>
            </p:cNvSpPr>
            <p:nvPr/>
          </p:nvSpPr>
          <p:spPr bwMode="auto">
            <a:xfrm>
              <a:off x="524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8" name="Line 30"/>
            <p:cNvSpPr>
              <a:spLocks noChangeShapeType="1"/>
            </p:cNvSpPr>
            <p:nvPr/>
          </p:nvSpPr>
          <p:spPr bwMode="auto">
            <a:xfrm>
              <a:off x="548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9" name="Line 31"/>
            <p:cNvSpPr>
              <a:spLocks noChangeShapeType="1"/>
            </p:cNvSpPr>
            <p:nvPr/>
          </p:nvSpPr>
          <p:spPr bwMode="auto">
            <a:xfrm>
              <a:off x="5728" y="1388"/>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20" name="Line 32"/>
            <p:cNvSpPr>
              <a:spLocks noChangeShapeType="1"/>
            </p:cNvSpPr>
            <p:nvPr/>
          </p:nvSpPr>
          <p:spPr bwMode="auto">
            <a:xfrm>
              <a:off x="3957" y="1260"/>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21" name="Text Box 33"/>
            <p:cNvSpPr txBox="1">
              <a:spLocks noChangeArrowheads="1"/>
            </p:cNvSpPr>
            <p:nvPr/>
          </p:nvSpPr>
          <p:spPr bwMode="auto">
            <a:xfrm>
              <a:off x="3878" y="980"/>
              <a:ext cx="20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itchFamily="66" charset="0"/>
                </a:rPr>
                <a:t>p</a:t>
              </a:r>
            </a:p>
          </p:txBody>
        </p:sp>
        <p:sp>
          <p:nvSpPr>
            <p:cNvPr id="242722" name="Line 34"/>
            <p:cNvSpPr>
              <a:spLocks noChangeShapeType="1"/>
            </p:cNvSpPr>
            <p:nvPr/>
          </p:nvSpPr>
          <p:spPr bwMode="auto">
            <a:xfrm>
              <a:off x="5646" y="1257"/>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23" name="Text Box 35"/>
            <p:cNvSpPr txBox="1">
              <a:spLocks noChangeArrowheads="1"/>
            </p:cNvSpPr>
            <p:nvPr/>
          </p:nvSpPr>
          <p:spPr bwMode="auto">
            <a:xfrm>
              <a:off x="5567" y="977"/>
              <a:ext cx="1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itchFamily="66" charset="0"/>
                </a:rPr>
                <a:t>r</a:t>
              </a:r>
            </a:p>
          </p:txBody>
        </p:sp>
        <p:sp>
          <p:nvSpPr>
            <p:cNvPr id="242724" name="Line 36"/>
            <p:cNvSpPr>
              <a:spLocks noChangeShapeType="1"/>
            </p:cNvSpPr>
            <p:nvPr/>
          </p:nvSpPr>
          <p:spPr bwMode="auto">
            <a:xfrm>
              <a:off x="4690" y="1275"/>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25" name="Text Box 37"/>
            <p:cNvSpPr txBox="1">
              <a:spLocks noChangeArrowheads="1"/>
            </p:cNvSpPr>
            <p:nvPr/>
          </p:nvSpPr>
          <p:spPr bwMode="auto">
            <a:xfrm>
              <a:off x="4611" y="995"/>
              <a:ext cx="1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itchFamily="66" charset="0"/>
                </a:rPr>
                <a:t>q</a:t>
              </a:r>
            </a:p>
          </p:txBody>
        </p:sp>
      </p:grpSp>
      <p:pic>
        <p:nvPicPr>
          <p:cNvPr id="242726"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8" y="5232400"/>
            <a:ext cx="7554912"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2727" name="Text Box 39"/>
          <p:cNvSpPr txBox="1">
            <a:spLocks noChangeArrowheads="1"/>
          </p:cNvSpPr>
          <p:nvPr/>
        </p:nvSpPr>
        <p:spPr bwMode="auto">
          <a:xfrm>
            <a:off x="1509713" y="5335588"/>
            <a:ext cx="1946275" cy="274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A1</a:t>
            </a:r>
            <a:r>
              <a:rPr lang="en-US" altLang="en-US" sz="1200">
                <a:sym typeface="Wingdings" pitchFamily="2" charset="2"/>
              </a:rPr>
              <a:t> A[p, q]                      </a:t>
            </a:r>
            <a:endParaRPr lang="en-US" altLang="en-US" sz="1200"/>
          </a:p>
        </p:txBody>
      </p:sp>
      <p:sp>
        <p:nvSpPr>
          <p:cNvPr id="242728" name="Text Box 40"/>
          <p:cNvSpPr txBox="1">
            <a:spLocks noChangeArrowheads="1"/>
          </p:cNvSpPr>
          <p:nvPr/>
        </p:nvSpPr>
        <p:spPr bwMode="auto">
          <a:xfrm>
            <a:off x="1512888" y="6045200"/>
            <a:ext cx="2085975"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A2</a:t>
            </a:r>
            <a:r>
              <a:rPr lang="en-US" altLang="en-US" sz="1200">
                <a:sym typeface="Wingdings" pitchFamily="2" charset="2"/>
              </a:rPr>
              <a:t> A[q+1, r]                      </a:t>
            </a:r>
            <a:endParaRPr lang="en-US" altLang="en-US" sz="1200"/>
          </a:p>
        </p:txBody>
      </p:sp>
      <p:sp>
        <p:nvSpPr>
          <p:cNvPr id="242729" name="Text Box 41"/>
          <p:cNvSpPr txBox="1">
            <a:spLocks noChangeArrowheads="1"/>
          </p:cNvSpPr>
          <p:nvPr/>
        </p:nvSpPr>
        <p:spPr bwMode="auto">
          <a:xfrm>
            <a:off x="6346825" y="5591175"/>
            <a:ext cx="1535113"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sym typeface="Wingdings" pitchFamily="2" charset="2"/>
              </a:rPr>
              <a:t>A[p, r]                      </a:t>
            </a:r>
            <a:endParaRPr lang="en-US" altLang="en-US" sz="1200"/>
          </a:p>
        </p:txBody>
      </p:sp>
    </p:spTree>
    <p:extLst>
      <p:ext uri="{BB962C8B-B14F-4D97-AF65-F5344CB8AC3E}">
        <p14:creationId xmlns:p14="http://schemas.microsoft.com/office/powerpoint/2010/main" val="3408273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r>
              <a:rPr lang="en-US" altLang="en-US"/>
              <a:t>Mergesort</a:t>
            </a:r>
          </a:p>
        </p:txBody>
      </p:sp>
      <p:sp>
        <p:nvSpPr>
          <p:cNvPr id="949251" name="Rectangle 3"/>
          <p:cNvSpPr>
            <a:spLocks noGrp="1" noChangeArrowheads="1"/>
          </p:cNvSpPr>
          <p:nvPr>
            <p:ph type="body" idx="1"/>
          </p:nvPr>
        </p:nvSpPr>
        <p:spPr/>
        <p:txBody>
          <a:bodyPr/>
          <a:lstStyle/>
          <a:p>
            <a:pPr>
              <a:lnSpc>
                <a:spcPct val="90000"/>
              </a:lnSpc>
            </a:pPr>
            <a:r>
              <a:rPr lang="en-US" altLang="en-US" sz="2800"/>
              <a:t>Divide the </a:t>
            </a:r>
            <a:r>
              <a:rPr lang="en-US" altLang="en-US" sz="2800" i="1">
                <a:latin typeface="Chalkboard Bold" pitchFamily="16" charset="0"/>
              </a:rPr>
              <a:t>N</a:t>
            </a:r>
            <a:r>
              <a:rPr lang="en-US" altLang="en-US" sz="2800"/>
              <a:t> values to be sorted into two halves</a:t>
            </a:r>
          </a:p>
          <a:p>
            <a:pPr>
              <a:lnSpc>
                <a:spcPct val="90000"/>
              </a:lnSpc>
            </a:pPr>
            <a:endParaRPr lang="en-US" altLang="en-US" sz="2800"/>
          </a:p>
          <a:p>
            <a:pPr>
              <a:lnSpc>
                <a:spcPct val="90000"/>
              </a:lnSpc>
            </a:pPr>
            <a:r>
              <a:rPr lang="en-US" altLang="en-US" sz="2800"/>
              <a:t>Recursively sort each half </a:t>
            </a:r>
            <a:r>
              <a:rPr lang="en-US" altLang="en-US" sz="2800" i="1">
                <a:solidFill>
                  <a:schemeClr val="folHlink"/>
                </a:solidFill>
              </a:rPr>
              <a:t>using Mergesort</a:t>
            </a:r>
          </a:p>
          <a:p>
            <a:pPr lvl="1">
              <a:lnSpc>
                <a:spcPct val="90000"/>
              </a:lnSpc>
            </a:pPr>
            <a:r>
              <a:rPr lang="en-US" altLang="en-US" sz="2300"/>
              <a:t>Base case </a:t>
            </a:r>
            <a:r>
              <a:rPr lang="en-US" altLang="en-US" sz="2300" i="1">
                <a:latin typeface="Chalkboard Bold" pitchFamily="16" charset="0"/>
              </a:rPr>
              <a:t>N=1</a:t>
            </a:r>
            <a:r>
              <a:rPr lang="en-US" altLang="en-US" sz="2300"/>
              <a:t> </a:t>
            </a:r>
            <a:r>
              <a:rPr lang="en-US" altLang="en-US" sz="2300">
                <a:sym typeface="Wingdings" pitchFamily="16" charset="2"/>
              </a:rPr>
              <a:t> no sorting required</a:t>
            </a:r>
            <a:endParaRPr lang="en-US" altLang="en-US" sz="2300"/>
          </a:p>
          <a:p>
            <a:pPr>
              <a:lnSpc>
                <a:spcPct val="90000"/>
              </a:lnSpc>
            </a:pPr>
            <a:endParaRPr lang="en-US" altLang="en-US" sz="2800"/>
          </a:p>
          <a:p>
            <a:pPr>
              <a:lnSpc>
                <a:spcPct val="90000"/>
              </a:lnSpc>
            </a:pPr>
            <a:r>
              <a:rPr lang="en-US" altLang="en-US" sz="2800"/>
              <a:t>Merge the two halves</a:t>
            </a:r>
          </a:p>
          <a:p>
            <a:pPr lvl="1">
              <a:lnSpc>
                <a:spcPct val="90000"/>
              </a:lnSpc>
            </a:pPr>
            <a:r>
              <a:rPr lang="en-US" altLang="en-US" sz="2300" i="1">
                <a:latin typeface="Chalkboard Bold" pitchFamily="16" charset="0"/>
              </a:rPr>
              <a:t>O(N)</a:t>
            </a:r>
            <a:r>
              <a:rPr lang="en-US" altLang="en-US" sz="2300"/>
              <a:t> operation</a:t>
            </a:r>
          </a:p>
          <a:p>
            <a:pPr lvl="1">
              <a:lnSpc>
                <a:spcPct val="90000"/>
              </a:lnSpc>
            </a:pPr>
            <a:endParaRPr lang="en-US" altLang="en-US" sz="2300"/>
          </a:p>
          <a:p>
            <a:pPr>
              <a:lnSpc>
                <a:spcPct val="90000"/>
              </a:lnSpc>
            </a:pPr>
            <a:r>
              <a:rPr lang="en-US" altLang="en-US" sz="2800"/>
              <a:t>Complexity??</a:t>
            </a:r>
          </a:p>
          <a:p>
            <a:pPr lvl="1">
              <a:lnSpc>
                <a:spcPct val="90000"/>
              </a:lnSpc>
            </a:pPr>
            <a:r>
              <a:rPr lang="en-US" altLang="en-US" sz="2300"/>
              <a:t>We’ll see</a:t>
            </a:r>
          </a:p>
        </p:txBody>
      </p:sp>
    </p:spTree>
    <p:extLst>
      <p:ext uri="{BB962C8B-B14F-4D97-AF65-F5344CB8AC3E}">
        <p14:creationId xmlns:p14="http://schemas.microsoft.com/office/powerpoint/2010/main" val="2444185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r>
              <a:rPr lang="en-US" altLang="en-US"/>
              <a:t>Complexity analysis</a:t>
            </a:r>
          </a:p>
        </p:txBody>
      </p:sp>
      <p:sp>
        <p:nvSpPr>
          <p:cNvPr id="953347" name="Rectangle 3"/>
          <p:cNvSpPr>
            <a:spLocks noGrp="1" noChangeArrowheads="1"/>
          </p:cNvSpPr>
          <p:nvPr>
            <p:ph type="body" idx="1"/>
          </p:nvPr>
        </p:nvSpPr>
        <p:spPr/>
        <p:txBody>
          <a:bodyPr/>
          <a:lstStyle/>
          <a:p>
            <a:r>
              <a:rPr lang="en-US" altLang="en-US" sz="2800" i="1">
                <a:latin typeface="Chalkboard Bold" pitchFamily="16" charset="0"/>
              </a:rPr>
              <a:t>T(N) = 2T(N/2) + N</a:t>
            </a:r>
          </a:p>
          <a:p>
            <a:pPr lvl="1"/>
            <a:r>
              <a:rPr lang="en-US" altLang="en-US" sz="2300"/>
              <a:t>Recurrence relation</a:t>
            </a:r>
          </a:p>
          <a:p>
            <a:r>
              <a:rPr lang="en-US" altLang="en-US" sz="2800" i="1">
                <a:latin typeface="Chalkboard Bold" pitchFamily="16" charset="0"/>
              </a:rPr>
              <a:t>T(N) = 4T(N/4) + 2N</a:t>
            </a:r>
          </a:p>
          <a:p>
            <a:r>
              <a:rPr lang="en-US" altLang="en-US" sz="2800" i="1">
                <a:latin typeface="Chalkboard Bold" pitchFamily="16" charset="0"/>
              </a:rPr>
              <a:t>T(N) = 8T(N/8) + 3N</a:t>
            </a:r>
          </a:p>
          <a:p>
            <a:r>
              <a:rPr lang="en-US" altLang="en-US" sz="2800" i="1">
                <a:latin typeface="Chalkboard Bold" pitchFamily="16" charset="0"/>
              </a:rPr>
              <a:t>…</a:t>
            </a:r>
          </a:p>
          <a:p>
            <a:r>
              <a:rPr lang="en-US" altLang="en-US" sz="2800" i="1">
                <a:latin typeface="Chalkboard Bold" pitchFamily="16" charset="0"/>
              </a:rPr>
              <a:t>T(N) = 2</a:t>
            </a:r>
            <a:r>
              <a:rPr lang="en-US" altLang="en-US" sz="2800" i="1" baseline="30000">
                <a:latin typeface="Chalkboard Bold" pitchFamily="16" charset="0"/>
              </a:rPr>
              <a:t>k</a:t>
            </a:r>
            <a:r>
              <a:rPr lang="en-US" altLang="en-US" sz="2800" i="1">
                <a:latin typeface="Chalkboard Bold" pitchFamily="16" charset="0"/>
              </a:rPr>
              <a:t>T(N/2</a:t>
            </a:r>
            <a:r>
              <a:rPr lang="en-US" altLang="en-US" sz="2800" i="1" baseline="30000">
                <a:latin typeface="Chalkboard Bold" pitchFamily="16" charset="0"/>
              </a:rPr>
              <a:t>k</a:t>
            </a:r>
            <a:r>
              <a:rPr lang="en-US" altLang="en-US" sz="2800" i="1">
                <a:latin typeface="Chalkboard Bold" pitchFamily="16" charset="0"/>
              </a:rPr>
              <a:t>) + k*N</a:t>
            </a:r>
          </a:p>
          <a:p>
            <a:endParaRPr lang="en-US" altLang="en-US" sz="2800" i="1">
              <a:latin typeface="Chalkboard Bold" pitchFamily="16" charset="0"/>
            </a:endParaRPr>
          </a:p>
          <a:p>
            <a:r>
              <a:rPr lang="en-US" altLang="en-US" sz="2800" i="1">
                <a:latin typeface="Chalkboard Bold" pitchFamily="16" charset="0"/>
              </a:rPr>
              <a:t>For k = log</a:t>
            </a:r>
            <a:r>
              <a:rPr lang="en-US" altLang="en-US" sz="2800" i="1" baseline="-25000">
                <a:latin typeface="Chalkboard Bold" pitchFamily="16" charset="0"/>
              </a:rPr>
              <a:t> </a:t>
            </a:r>
            <a:r>
              <a:rPr lang="en-US" altLang="en-US" sz="2800" i="1">
                <a:latin typeface="Chalkboard Bold" pitchFamily="16" charset="0"/>
              </a:rPr>
              <a:t>N</a:t>
            </a:r>
          </a:p>
          <a:p>
            <a:pPr lvl="1"/>
            <a:r>
              <a:rPr lang="en-US" altLang="en-US" sz="2300" i="1">
                <a:latin typeface="Chalkboard Bold" pitchFamily="16" charset="0"/>
              </a:rPr>
              <a:t>T(N) = N</a:t>
            </a:r>
            <a:r>
              <a:rPr lang="en-US" altLang="en-US" sz="2300" i="1" baseline="-25000">
                <a:latin typeface="Chalkboard Bold" pitchFamily="16" charset="0"/>
              </a:rPr>
              <a:t> </a:t>
            </a:r>
            <a:r>
              <a:rPr lang="en-US" altLang="en-US" sz="2300" i="1">
                <a:latin typeface="Chalkboard Bold" pitchFamily="16" charset="0"/>
              </a:rPr>
              <a:t>T(1) + N log</a:t>
            </a:r>
            <a:r>
              <a:rPr lang="en-US" altLang="en-US" sz="2300" i="1" baseline="-25000">
                <a:latin typeface="Chalkboard Bold" pitchFamily="16" charset="0"/>
              </a:rPr>
              <a:t> </a:t>
            </a:r>
            <a:r>
              <a:rPr lang="en-US" altLang="en-US" sz="2300" i="1">
                <a:latin typeface="Chalkboard Bold" pitchFamily="16" charset="0"/>
              </a:rPr>
              <a:t>N</a:t>
            </a:r>
          </a:p>
        </p:txBody>
      </p:sp>
    </p:spTree>
    <p:extLst>
      <p:ext uri="{BB962C8B-B14F-4D97-AF65-F5344CB8AC3E}">
        <p14:creationId xmlns:p14="http://schemas.microsoft.com/office/powerpoint/2010/main" val="1727746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TextBox 2"/>
          <p:cNvSpPr txBox="1">
            <a:spLocks noChangeArrowheads="1"/>
          </p:cNvSpPr>
          <p:nvPr/>
        </p:nvSpPr>
        <p:spPr bwMode="auto">
          <a:xfrm>
            <a:off x="1547091" y="1199030"/>
            <a:ext cx="5961568" cy="94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3713"/>
              </a:lnSpc>
              <a:spcBef>
                <a:spcPct val="0"/>
              </a:spcBef>
              <a:buNone/>
            </a:pPr>
            <a:r>
              <a:rPr lang="en-CA" altLang="en-US">
                <a:solidFill>
                  <a:srgbClr val="000000"/>
                </a:solidFill>
                <a:latin typeface="Times New Roman" pitchFamily="18" charset="0"/>
                <a:cs typeface="Times New Roman" pitchFamily="18" charset="0"/>
              </a:rPr>
              <a:t>Algorithm Comparison (5 elements)</a:t>
            </a:r>
          </a:p>
          <a:p>
            <a:pPr>
              <a:lnSpc>
                <a:spcPts val="3713"/>
              </a:lnSpc>
              <a:spcBef>
                <a:spcPct val="0"/>
              </a:spcBef>
              <a:buNone/>
            </a:pPr>
            <a:endParaRPr lang="en-CA" altLang="en-US">
              <a:solidFill>
                <a:srgbClr val="000000"/>
              </a:solidFill>
            </a:endParaRPr>
          </a:p>
        </p:txBody>
      </p:sp>
    </p:spTree>
    <p:extLst>
      <p:ext uri="{BB962C8B-B14F-4D97-AF65-F5344CB8AC3E}">
        <p14:creationId xmlns:p14="http://schemas.microsoft.com/office/powerpoint/2010/main" val="3492880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TextBox 2"/>
          <p:cNvSpPr txBox="1">
            <a:spLocks noChangeArrowheads="1"/>
          </p:cNvSpPr>
          <p:nvPr/>
        </p:nvSpPr>
        <p:spPr bwMode="auto">
          <a:xfrm>
            <a:off x="1362364" y="1199030"/>
            <a:ext cx="6325450" cy="94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3713"/>
              </a:lnSpc>
              <a:spcBef>
                <a:spcPct val="0"/>
              </a:spcBef>
              <a:buNone/>
            </a:pPr>
            <a:r>
              <a:rPr lang="en-CA" altLang="en-US">
                <a:solidFill>
                  <a:srgbClr val="000000"/>
                </a:solidFill>
                <a:latin typeface="Times New Roman" pitchFamily="18" charset="0"/>
                <a:cs typeface="Times New Roman" pitchFamily="18" charset="0"/>
              </a:rPr>
              <a:t>Algorithm Comparison (2K Elements)</a:t>
            </a:r>
          </a:p>
          <a:p>
            <a:pPr>
              <a:lnSpc>
                <a:spcPts val="3713"/>
              </a:lnSpc>
              <a:spcBef>
                <a:spcPct val="0"/>
              </a:spcBef>
              <a:buNone/>
            </a:pPr>
            <a:endParaRPr lang="en-CA" altLang="en-US">
              <a:solidFill>
                <a:srgbClr val="000000"/>
              </a:solidFill>
            </a:endParaRPr>
          </a:p>
        </p:txBody>
      </p:sp>
    </p:spTree>
    <p:extLst>
      <p:ext uri="{BB962C8B-B14F-4D97-AF65-F5344CB8AC3E}">
        <p14:creationId xmlns:p14="http://schemas.microsoft.com/office/powerpoint/2010/main" val="3688897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5" name="TextBox 2"/>
          <p:cNvSpPr txBox="1">
            <a:spLocks noChangeArrowheads="1"/>
          </p:cNvSpPr>
          <p:nvPr/>
        </p:nvSpPr>
        <p:spPr bwMode="auto">
          <a:xfrm>
            <a:off x="2897909" y="414618"/>
            <a:ext cx="3316432" cy="115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4532"/>
              </a:lnSpc>
              <a:spcBef>
                <a:spcPct val="0"/>
              </a:spcBef>
              <a:buNone/>
            </a:pPr>
            <a:r>
              <a:rPr lang="en-CA" altLang="en-US" sz="3900">
                <a:solidFill>
                  <a:srgbClr val="000000"/>
                </a:solidFill>
                <a:latin typeface="Times New Roman" pitchFamily="16" charset="0"/>
                <a:cs typeface="Times New Roman" pitchFamily="16" charset="0"/>
              </a:rPr>
              <a:t>COMPARISON</a:t>
            </a:r>
          </a:p>
          <a:p>
            <a:pPr>
              <a:lnSpc>
                <a:spcPts val="4532"/>
              </a:lnSpc>
              <a:spcBef>
                <a:spcPct val="0"/>
              </a:spcBef>
              <a:buNone/>
            </a:pPr>
            <a:endParaRPr lang="en-CA" altLang="en-US" sz="3900">
              <a:solidFill>
                <a:srgbClr val="000000"/>
              </a:solidFill>
            </a:endParaRPr>
          </a:p>
        </p:txBody>
      </p:sp>
      <p:sp>
        <p:nvSpPr>
          <p:cNvPr id="95236" name="TextBox 3"/>
          <p:cNvSpPr txBox="1">
            <a:spLocks noChangeArrowheads="1"/>
          </p:cNvSpPr>
          <p:nvPr/>
        </p:nvSpPr>
        <p:spPr bwMode="auto">
          <a:xfrm>
            <a:off x="1235364" y="1098176"/>
            <a:ext cx="535403"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Times New Roman" pitchFamily="16" charset="0"/>
                <a:cs typeface="Times New Roman" pitchFamily="16" charset="0"/>
              </a:rPr>
              <a:t>Sort</a:t>
            </a:r>
          </a:p>
          <a:p>
            <a:pPr>
              <a:lnSpc>
                <a:spcPts val="2883"/>
              </a:lnSpc>
              <a:spcBef>
                <a:spcPct val="0"/>
              </a:spcBef>
              <a:buNone/>
            </a:pPr>
            <a:endParaRPr lang="en-US" altLang="en-US" sz="1600"/>
          </a:p>
        </p:txBody>
      </p:sp>
      <p:sp>
        <p:nvSpPr>
          <p:cNvPr id="95237" name="TextBox 4"/>
          <p:cNvSpPr txBox="1">
            <a:spLocks noChangeArrowheads="1"/>
          </p:cNvSpPr>
          <p:nvPr/>
        </p:nvSpPr>
        <p:spPr bwMode="auto">
          <a:xfrm>
            <a:off x="3024910" y="1098176"/>
            <a:ext cx="759823"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Times New Roman" pitchFamily="16" charset="0"/>
                <a:cs typeface="Times New Roman" pitchFamily="16" charset="0"/>
              </a:rPr>
              <a:t>Worst</a:t>
            </a:r>
          </a:p>
          <a:p>
            <a:pPr>
              <a:lnSpc>
                <a:spcPts val="2883"/>
              </a:lnSpc>
              <a:spcBef>
                <a:spcPct val="0"/>
              </a:spcBef>
              <a:buNone/>
            </a:pPr>
            <a:endParaRPr lang="en-US" altLang="en-US" sz="1600"/>
          </a:p>
        </p:txBody>
      </p:sp>
      <p:sp>
        <p:nvSpPr>
          <p:cNvPr id="95238" name="TextBox 5"/>
          <p:cNvSpPr txBox="1">
            <a:spLocks noChangeArrowheads="1"/>
          </p:cNvSpPr>
          <p:nvPr/>
        </p:nvSpPr>
        <p:spPr bwMode="auto">
          <a:xfrm>
            <a:off x="5091545" y="1098176"/>
            <a:ext cx="1063048"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Times New Roman" pitchFamily="16" charset="0"/>
                <a:cs typeface="Times New Roman" pitchFamily="16" charset="0"/>
              </a:rPr>
              <a:t>Average</a:t>
            </a:r>
          </a:p>
          <a:p>
            <a:pPr>
              <a:lnSpc>
                <a:spcPts val="2883"/>
              </a:lnSpc>
              <a:spcBef>
                <a:spcPct val="0"/>
              </a:spcBef>
              <a:buNone/>
            </a:pPr>
            <a:endParaRPr lang="en-US" altLang="en-US" sz="1600"/>
          </a:p>
        </p:txBody>
      </p:sp>
      <p:sp>
        <p:nvSpPr>
          <p:cNvPr id="95239" name="TextBox 6"/>
          <p:cNvSpPr txBox="1">
            <a:spLocks noChangeArrowheads="1"/>
          </p:cNvSpPr>
          <p:nvPr/>
        </p:nvSpPr>
        <p:spPr bwMode="auto">
          <a:xfrm>
            <a:off x="7331364" y="1098176"/>
            <a:ext cx="570669"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Times New Roman" pitchFamily="16" charset="0"/>
                <a:cs typeface="Times New Roman" pitchFamily="16" charset="0"/>
              </a:rPr>
              <a:t>Best</a:t>
            </a:r>
          </a:p>
          <a:p>
            <a:pPr>
              <a:lnSpc>
                <a:spcPts val="2883"/>
              </a:lnSpc>
              <a:spcBef>
                <a:spcPct val="0"/>
              </a:spcBef>
              <a:buNone/>
            </a:pPr>
            <a:endParaRPr lang="en-US" altLang="en-US" sz="1600"/>
          </a:p>
        </p:txBody>
      </p:sp>
      <p:sp>
        <p:nvSpPr>
          <p:cNvPr id="95240" name="TextBox 7"/>
          <p:cNvSpPr txBox="1">
            <a:spLocks noChangeArrowheads="1"/>
          </p:cNvSpPr>
          <p:nvPr/>
        </p:nvSpPr>
        <p:spPr bwMode="auto">
          <a:xfrm>
            <a:off x="1004455" y="1479176"/>
            <a:ext cx="998671"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2883"/>
              </a:lnSpc>
              <a:spcBef>
                <a:spcPct val="0"/>
              </a:spcBef>
              <a:buNone/>
            </a:pPr>
            <a:r>
              <a:rPr lang="en-CA" altLang="en-US" sz="2500">
                <a:solidFill>
                  <a:srgbClr val="000000"/>
                </a:solidFill>
                <a:latin typeface="Times New Roman" pitchFamily="16" charset="0"/>
                <a:cs typeface="Times New Roman" pitchFamily="16" charset="0"/>
              </a:rPr>
              <a:t>Method</a:t>
            </a:r>
          </a:p>
          <a:p>
            <a:pPr>
              <a:lnSpc>
                <a:spcPts val="2883"/>
              </a:lnSpc>
              <a:spcBef>
                <a:spcPct val="0"/>
              </a:spcBef>
              <a:buNone/>
            </a:pPr>
            <a:endParaRPr lang="en-US" altLang="en-US" sz="1600"/>
          </a:p>
        </p:txBody>
      </p:sp>
      <p:sp>
        <p:nvSpPr>
          <p:cNvPr id="95241" name="TextBox 8"/>
          <p:cNvSpPr txBox="1">
            <a:spLocks noChangeArrowheads="1"/>
          </p:cNvSpPr>
          <p:nvPr/>
        </p:nvSpPr>
        <p:spPr bwMode="auto">
          <a:xfrm>
            <a:off x="3509818" y="1961030"/>
            <a:ext cx="70532"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CA" altLang="en-US" sz="1100">
              <a:solidFill>
                <a:srgbClr val="000000"/>
              </a:solidFill>
            </a:endParaRPr>
          </a:p>
        </p:txBody>
      </p:sp>
      <p:sp>
        <p:nvSpPr>
          <p:cNvPr id="95242" name="TextBox 9"/>
          <p:cNvSpPr txBox="1">
            <a:spLocks noChangeArrowheads="1"/>
          </p:cNvSpPr>
          <p:nvPr/>
        </p:nvSpPr>
        <p:spPr bwMode="auto">
          <a:xfrm>
            <a:off x="5726545" y="1961030"/>
            <a:ext cx="70532"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CA" altLang="en-US" sz="1100">
              <a:solidFill>
                <a:srgbClr val="000000"/>
              </a:solidFill>
            </a:endParaRPr>
          </a:p>
        </p:txBody>
      </p:sp>
      <p:sp>
        <p:nvSpPr>
          <p:cNvPr id="95243" name="TextBox 10"/>
          <p:cNvSpPr txBox="1">
            <a:spLocks noChangeArrowheads="1"/>
          </p:cNvSpPr>
          <p:nvPr/>
        </p:nvSpPr>
        <p:spPr bwMode="auto">
          <a:xfrm>
            <a:off x="842818" y="1938618"/>
            <a:ext cx="59311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458"/>
              </a:lnSpc>
              <a:spcBef>
                <a:spcPct val="0"/>
              </a:spcBef>
              <a:buNone/>
            </a:pPr>
            <a:r>
              <a:rPr lang="en-CA" altLang="en-US" sz="1600">
                <a:solidFill>
                  <a:srgbClr val="000000"/>
                </a:solidFill>
                <a:latin typeface="Times New Roman" pitchFamily="16" charset="0"/>
                <a:cs typeface="Times New Roman" pitchFamily="16" charset="0"/>
              </a:rPr>
              <a:t>Bubble</a:t>
            </a:r>
          </a:p>
          <a:p>
            <a:pPr>
              <a:lnSpc>
                <a:spcPts val="1458"/>
              </a:lnSpc>
              <a:spcBef>
                <a:spcPct val="0"/>
              </a:spcBef>
              <a:buNone/>
            </a:pPr>
            <a:endParaRPr lang="en-US" altLang="en-US" sz="1600"/>
          </a:p>
        </p:txBody>
      </p:sp>
      <p:sp>
        <p:nvSpPr>
          <p:cNvPr id="95244" name="TextBox 11"/>
          <p:cNvSpPr txBox="1">
            <a:spLocks noChangeArrowheads="1"/>
          </p:cNvSpPr>
          <p:nvPr/>
        </p:nvSpPr>
        <p:spPr bwMode="auto">
          <a:xfrm>
            <a:off x="3186546" y="1938618"/>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45" name="TextBox 12"/>
          <p:cNvSpPr txBox="1">
            <a:spLocks noChangeArrowheads="1"/>
          </p:cNvSpPr>
          <p:nvPr/>
        </p:nvSpPr>
        <p:spPr bwMode="auto">
          <a:xfrm>
            <a:off x="3579091" y="1938618"/>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46" name="TextBox 13"/>
          <p:cNvSpPr txBox="1">
            <a:spLocks noChangeArrowheads="1"/>
          </p:cNvSpPr>
          <p:nvPr/>
        </p:nvSpPr>
        <p:spPr bwMode="auto">
          <a:xfrm>
            <a:off x="5403273" y="1938618"/>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47" name="TextBox 14"/>
          <p:cNvSpPr txBox="1">
            <a:spLocks noChangeArrowheads="1"/>
          </p:cNvSpPr>
          <p:nvPr/>
        </p:nvSpPr>
        <p:spPr bwMode="auto">
          <a:xfrm>
            <a:off x="5795818" y="1938618"/>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48" name="TextBox 15"/>
          <p:cNvSpPr txBox="1">
            <a:spLocks noChangeArrowheads="1"/>
          </p:cNvSpPr>
          <p:nvPr/>
        </p:nvSpPr>
        <p:spPr bwMode="auto">
          <a:xfrm>
            <a:off x="7412183" y="1938618"/>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49" name="TextBox 16"/>
          <p:cNvSpPr txBox="1">
            <a:spLocks noChangeArrowheads="1"/>
          </p:cNvSpPr>
          <p:nvPr/>
        </p:nvSpPr>
        <p:spPr bwMode="auto">
          <a:xfrm>
            <a:off x="842819" y="2319618"/>
            <a:ext cx="50174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Quick</a:t>
            </a:r>
          </a:p>
          <a:p>
            <a:pPr>
              <a:lnSpc>
                <a:spcPts val="1862"/>
              </a:lnSpc>
              <a:spcBef>
                <a:spcPct val="0"/>
              </a:spcBef>
              <a:buNone/>
            </a:pPr>
            <a:endParaRPr lang="en-US" altLang="en-US" sz="1600"/>
          </a:p>
        </p:txBody>
      </p:sp>
      <p:sp>
        <p:nvSpPr>
          <p:cNvPr id="95250" name="TextBox 17"/>
          <p:cNvSpPr txBox="1">
            <a:spLocks noChangeArrowheads="1"/>
          </p:cNvSpPr>
          <p:nvPr/>
        </p:nvSpPr>
        <p:spPr bwMode="auto">
          <a:xfrm>
            <a:off x="3186546" y="2319618"/>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51" name="TextBox 18"/>
          <p:cNvSpPr txBox="1">
            <a:spLocks noChangeArrowheads="1"/>
          </p:cNvSpPr>
          <p:nvPr/>
        </p:nvSpPr>
        <p:spPr bwMode="auto">
          <a:xfrm>
            <a:off x="3509818" y="2330823"/>
            <a:ext cx="705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34"/>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US" altLang="en-US" sz="1600"/>
          </a:p>
        </p:txBody>
      </p:sp>
      <p:sp>
        <p:nvSpPr>
          <p:cNvPr id="95252" name="TextBox 19"/>
          <p:cNvSpPr txBox="1">
            <a:spLocks noChangeArrowheads="1"/>
          </p:cNvSpPr>
          <p:nvPr/>
        </p:nvSpPr>
        <p:spPr bwMode="auto">
          <a:xfrm>
            <a:off x="3636818" y="2319618"/>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53" name="TextBox 20"/>
          <p:cNvSpPr txBox="1">
            <a:spLocks noChangeArrowheads="1"/>
          </p:cNvSpPr>
          <p:nvPr/>
        </p:nvSpPr>
        <p:spPr bwMode="auto">
          <a:xfrm>
            <a:off x="5207001" y="2319618"/>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54" name="TextBox 21"/>
          <p:cNvSpPr txBox="1">
            <a:spLocks noChangeArrowheads="1"/>
          </p:cNvSpPr>
          <p:nvPr/>
        </p:nvSpPr>
        <p:spPr bwMode="auto">
          <a:xfrm>
            <a:off x="7262091" y="2319618"/>
            <a:ext cx="70211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O(log n)</a:t>
            </a:r>
          </a:p>
          <a:p>
            <a:pPr>
              <a:lnSpc>
                <a:spcPts val="1862"/>
              </a:lnSpc>
              <a:spcBef>
                <a:spcPct val="0"/>
              </a:spcBef>
              <a:buNone/>
            </a:pPr>
            <a:endParaRPr lang="en-US" altLang="en-US" sz="1600"/>
          </a:p>
        </p:txBody>
      </p:sp>
      <p:sp>
        <p:nvSpPr>
          <p:cNvPr id="95255" name="TextBox 22"/>
          <p:cNvSpPr txBox="1">
            <a:spLocks noChangeArrowheads="1"/>
          </p:cNvSpPr>
          <p:nvPr/>
        </p:nvSpPr>
        <p:spPr bwMode="auto">
          <a:xfrm>
            <a:off x="842819" y="2633383"/>
            <a:ext cx="432811"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Heap</a:t>
            </a:r>
          </a:p>
          <a:p>
            <a:pPr>
              <a:lnSpc>
                <a:spcPts val="1862"/>
              </a:lnSpc>
              <a:spcBef>
                <a:spcPct val="0"/>
              </a:spcBef>
              <a:buNone/>
            </a:pPr>
            <a:endParaRPr lang="en-US" altLang="en-US" sz="1600"/>
          </a:p>
        </p:txBody>
      </p:sp>
      <p:sp>
        <p:nvSpPr>
          <p:cNvPr id="95256" name="TextBox 23"/>
          <p:cNvSpPr txBox="1">
            <a:spLocks noChangeArrowheads="1"/>
          </p:cNvSpPr>
          <p:nvPr/>
        </p:nvSpPr>
        <p:spPr bwMode="auto">
          <a:xfrm>
            <a:off x="2978728" y="2633383"/>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57" name="TextBox 24"/>
          <p:cNvSpPr txBox="1">
            <a:spLocks noChangeArrowheads="1"/>
          </p:cNvSpPr>
          <p:nvPr/>
        </p:nvSpPr>
        <p:spPr bwMode="auto">
          <a:xfrm>
            <a:off x="5207001" y="2633383"/>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58" name="TextBox 25"/>
          <p:cNvSpPr txBox="1">
            <a:spLocks noChangeArrowheads="1"/>
          </p:cNvSpPr>
          <p:nvPr/>
        </p:nvSpPr>
        <p:spPr bwMode="auto">
          <a:xfrm>
            <a:off x="7262091" y="2633383"/>
            <a:ext cx="70211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O(log n)</a:t>
            </a:r>
          </a:p>
          <a:p>
            <a:pPr>
              <a:lnSpc>
                <a:spcPts val="1862"/>
              </a:lnSpc>
              <a:spcBef>
                <a:spcPct val="0"/>
              </a:spcBef>
              <a:buNone/>
            </a:pPr>
            <a:endParaRPr lang="en-US" altLang="en-US" sz="1600"/>
          </a:p>
        </p:txBody>
      </p:sp>
      <p:sp>
        <p:nvSpPr>
          <p:cNvPr id="95259" name="TextBox 26"/>
          <p:cNvSpPr txBox="1">
            <a:spLocks noChangeArrowheads="1"/>
          </p:cNvSpPr>
          <p:nvPr/>
        </p:nvSpPr>
        <p:spPr bwMode="auto">
          <a:xfrm>
            <a:off x="3509818" y="2980765"/>
            <a:ext cx="70532"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CA" altLang="en-US" sz="1100">
              <a:solidFill>
                <a:srgbClr val="000000"/>
              </a:solidFill>
            </a:endParaRPr>
          </a:p>
        </p:txBody>
      </p:sp>
      <p:sp>
        <p:nvSpPr>
          <p:cNvPr id="95260" name="TextBox 27"/>
          <p:cNvSpPr txBox="1">
            <a:spLocks noChangeArrowheads="1"/>
          </p:cNvSpPr>
          <p:nvPr/>
        </p:nvSpPr>
        <p:spPr bwMode="auto">
          <a:xfrm>
            <a:off x="5726545" y="2980765"/>
            <a:ext cx="70532"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CA" altLang="en-US" sz="1100">
              <a:solidFill>
                <a:srgbClr val="000000"/>
              </a:solidFill>
            </a:endParaRPr>
          </a:p>
        </p:txBody>
      </p:sp>
      <p:sp>
        <p:nvSpPr>
          <p:cNvPr id="95261" name="TextBox 28"/>
          <p:cNvSpPr txBox="1">
            <a:spLocks noChangeArrowheads="1"/>
          </p:cNvSpPr>
          <p:nvPr/>
        </p:nvSpPr>
        <p:spPr bwMode="auto">
          <a:xfrm>
            <a:off x="842818" y="2958353"/>
            <a:ext cx="732573"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458"/>
              </a:lnSpc>
              <a:spcBef>
                <a:spcPct val="0"/>
              </a:spcBef>
              <a:buNone/>
            </a:pPr>
            <a:r>
              <a:rPr lang="en-CA" altLang="en-US" sz="1600">
                <a:solidFill>
                  <a:srgbClr val="000000"/>
                </a:solidFill>
                <a:latin typeface="Times New Roman" pitchFamily="16" charset="0"/>
                <a:cs typeface="Times New Roman" pitchFamily="16" charset="0"/>
              </a:rPr>
              <a:t>Insertion</a:t>
            </a:r>
          </a:p>
          <a:p>
            <a:pPr>
              <a:lnSpc>
                <a:spcPts val="1458"/>
              </a:lnSpc>
              <a:spcBef>
                <a:spcPct val="0"/>
              </a:spcBef>
              <a:buNone/>
            </a:pPr>
            <a:endParaRPr lang="en-US" altLang="en-US" sz="1600"/>
          </a:p>
        </p:txBody>
      </p:sp>
      <p:sp>
        <p:nvSpPr>
          <p:cNvPr id="95262" name="TextBox 29"/>
          <p:cNvSpPr txBox="1">
            <a:spLocks noChangeArrowheads="1"/>
          </p:cNvSpPr>
          <p:nvPr/>
        </p:nvSpPr>
        <p:spPr bwMode="auto">
          <a:xfrm>
            <a:off x="3186546" y="2958353"/>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63" name="TextBox 30"/>
          <p:cNvSpPr txBox="1">
            <a:spLocks noChangeArrowheads="1"/>
          </p:cNvSpPr>
          <p:nvPr/>
        </p:nvSpPr>
        <p:spPr bwMode="auto">
          <a:xfrm>
            <a:off x="3579091" y="2958353"/>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64" name="TextBox 31"/>
          <p:cNvSpPr txBox="1">
            <a:spLocks noChangeArrowheads="1"/>
          </p:cNvSpPr>
          <p:nvPr/>
        </p:nvSpPr>
        <p:spPr bwMode="auto">
          <a:xfrm>
            <a:off x="5403273" y="2958353"/>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65" name="TextBox 32"/>
          <p:cNvSpPr txBox="1">
            <a:spLocks noChangeArrowheads="1"/>
          </p:cNvSpPr>
          <p:nvPr/>
        </p:nvSpPr>
        <p:spPr bwMode="auto">
          <a:xfrm>
            <a:off x="5795818" y="2958353"/>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66" name="TextBox 33"/>
          <p:cNvSpPr txBox="1">
            <a:spLocks noChangeArrowheads="1"/>
          </p:cNvSpPr>
          <p:nvPr/>
        </p:nvSpPr>
        <p:spPr bwMode="auto">
          <a:xfrm>
            <a:off x="7412183" y="2958353"/>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67" name="TextBox 34"/>
          <p:cNvSpPr txBox="1">
            <a:spLocks noChangeArrowheads="1"/>
          </p:cNvSpPr>
          <p:nvPr/>
        </p:nvSpPr>
        <p:spPr bwMode="auto">
          <a:xfrm>
            <a:off x="3509818" y="3316941"/>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077"/>
              </a:lnSpc>
              <a:spcBef>
                <a:spcPct val="0"/>
              </a:spcBef>
              <a:buNone/>
            </a:pPr>
            <a:r>
              <a:rPr lang="en-CA" altLang="en-US" sz="1100">
                <a:solidFill>
                  <a:srgbClr val="000000"/>
                </a:solidFill>
                <a:latin typeface="Times New Roman" pitchFamily="16" charset="0"/>
                <a:cs typeface="Times New Roman" pitchFamily="16" charset="0"/>
              </a:rPr>
              <a:t>2</a:t>
            </a:r>
          </a:p>
          <a:p>
            <a:pPr>
              <a:lnSpc>
                <a:spcPts val="1122"/>
              </a:lnSpc>
              <a:spcBef>
                <a:spcPct val="0"/>
              </a:spcBef>
              <a:buNone/>
            </a:pPr>
            <a:endParaRPr lang="en-CA" altLang="en-US" sz="1100">
              <a:solidFill>
                <a:srgbClr val="000000"/>
              </a:solidFill>
            </a:endParaRPr>
          </a:p>
        </p:txBody>
      </p:sp>
      <p:sp>
        <p:nvSpPr>
          <p:cNvPr id="95268" name="TextBox 35"/>
          <p:cNvSpPr txBox="1">
            <a:spLocks noChangeArrowheads="1"/>
          </p:cNvSpPr>
          <p:nvPr/>
        </p:nvSpPr>
        <p:spPr bwMode="auto">
          <a:xfrm>
            <a:off x="5726545" y="3316941"/>
            <a:ext cx="70532"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077"/>
              </a:lnSpc>
              <a:spcBef>
                <a:spcPct val="0"/>
              </a:spcBef>
              <a:buNone/>
            </a:pPr>
            <a:r>
              <a:rPr lang="en-CA" altLang="en-US" sz="1100">
                <a:solidFill>
                  <a:srgbClr val="000000"/>
                </a:solidFill>
                <a:latin typeface="Times New Roman" pitchFamily="16" charset="0"/>
                <a:cs typeface="Times New Roman" pitchFamily="16" charset="0"/>
              </a:rPr>
              <a:t>2</a:t>
            </a:r>
          </a:p>
          <a:p>
            <a:pPr>
              <a:lnSpc>
                <a:spcPts val="1122"/>
              </a:lnSpc>
              <a:spcBef>
                <a:spcPct val="0"/>
              </a:spcBef>
              <a:buNone/>
            </a:pPr>
            <a:endParaRPr lang="en-CA" altLang="en-US" sz="1100">
              <a:solidFill>
                <a:srgbClr val="000000"/>
              </a:solidFill>
            </a:endParaRPr>
          </a:p>
        </p:txBody>
      </p:sp>
      <p:sp>
        <p:nvSpPr>
          <p:cNvPr id="95269" name="TextBox 36"/>
          <p:cNvSpPr txBox="1">
            <a:spLocks noChangeArrowheads="1"/>
          </p:cNvSpPr>
          <p:nvPr/>
        </p:nvSpPr>
        <p:spPr bwMode="auto">
          <a:xfrm>
            <a:off x="842818" y="3283324"/>
            <a:ext cx="766235"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458"/>
              </a:lnSpc>
              <a:spcBef>
                <a:spcPct val="0"/>
              </a:spcBef>
              <a:buNone/>
            </a:pPr>
            <a:r>
              <a:rPr lang="en-CA" altLang="en-US" sz="1600">
                <a:solidFill>
                  <a:srgbClr val="000000"/>
                </a:solidFill>
                <a:latin typeface="Times New Roman" pitchFamily="16" charset="0"/>
                <a:cs typeface="Times New Roman" pitchFamily="16" charset="0"/>
              </a:rPr>
              <a:t>Selection</a:t>
            </a:r>
          </a:p>
          <a:p>
            <a:pPr>
              <a:lnSpc>
                <a:spcPts val="1458"/>
              </a:lnSpc>
              <a:spcBef>
                <a:spcPct val="0"/>
              </a:spcBef>
              <a:buNone/>
            </a:pPr>
            <a:endParaRPr lang="en-US" altLang="en-US" sz="1600"/>
          </a:p>
        </p:txBody>
      </p:sp>
      <p:sp>
        <p:nvSpPr>
          <p:cNvPr id="95270" name="TextBox 37"/>
          <p:cNvSpPr txBox="1">
            <a:spLocks noChangeArrowheads="1"/>
          </p:cNvSpPr>
          <p:nvPr/>
        </p:nvSpPr>
        <p:spPr bwMode="auto">
          <a:xfrm>
            <a:off x="3186546" y="3283324"/>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71" name="TextBox 38"/>
          <p:cNvSpPr txBox="1">
            <a:spLocks noChangeArrowheads="1"/>
          </p:cNvSpPr>
          <p:nvPr/>
        </p:nvSpPr>
        <p:spPr bwMode="auto">
          <a:xfrm>
            <a:off x="3579091" y="3283324"/>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72" name="TextBox 39"/>
          <p:cNvSpPr txBox="1">
            <a:spLocks noChangeArrowheads="1"/>
          </p:cNvSpPr>
          <p:nvPr/>
        </p:nvSpPr>
        <p:spPr bwMode="auto">
          <a:xfrm>
            <a:off x="5403273" y="3283324"/>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73" name="TextBox 40"/>
          <p:cNvSpPr txBox="1">
            <a:spLocks noChangeArrowheads="1"/>
          </p:cNvSpPr>
          <p:nvPr/>
        </p:nvSpPr>
        <p:spPr bwMode="auto">
          <a:xfrm>
            <a:off x="5795818" y="3283324"/>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74" name="TextBox 41"/>
          <p:cNvSpPr txBox="1">
            <a:spLocks noChangeArrowheads="1"/>
          </p:cNvSpPr>
          <p:nvPr/>
        </p:nvSpPr>
        <p:spPr bwMode="auto">
          <a:xfrm>
            <a:off x="7412183" y="3283324"/>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75" name="TextBox 42"/>
          <p:cNvSpPr txBox="1">
            <a:spLocks noChangeArrowheads="1"/>
          </p:cNvSpPr>
          <p:nvPr/>
        </p:nvSpPr>
        <p:spPr bwMode="auto">
          <a:xfrm>
            <a:off x="842818" y="3608295"/>
            <a:ext cx="533288" cy="43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683"/>
              </a:lnSpc>
              <a:spcBef>
                <a:spcPct val="0"/>
              </a:spcBef>
              <a:buNone/>
            </a:pPr>
            <a:r>
              <a:rPr lang="en-CA" altLang="en-US" sz="1600">
                <a:solidFill>
                  <a:srgbClr val="000000"/>
                </a:solidFill>
                <a:latin typeface="Times New Roman" pitchFamily="16" charset="0"/>
                <a:cs typeface="Times New Roman" pitchFamily="16" charset="0"/>
              </a:rPr>
              <a:t>Merge</a:t>
            </a:r>
          </a:p>
          <a:p>
            <a:pPr>
              <a:lnSpc>
                <a:spcPts val="1683"/>
              </a:lnSpc>
              <a:spcBef>
                <a:spcPct val="0"/>
              </a:spcBef>
              <a:buNone/>
            </a:pPr>
            <a:endParaRPr lang="en-US" altLang="en-US" sz="1600"/>
          </a:p>
        </p:txBody>
      </p:sp>
      <p:sp>
        <p:nvSpPr>
          <p:cNvPr id="95276" name="TextBox 43"/>
          <p:cNvSpPr txBox="1">
            <a:spLocks noChangeArrowheads="1"/>
          </p:cNvSpPr>
          <p:nvPr/>
        </p:nvSpPr>
        <p:spPr bwMode="auto">
          <a:xfrm>
            <a:off x="2978728" y="3608294"/>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77" name="TextBox 44"/>
          <p:cNvSpPr txBox="1">
            <a:spLocks noChangeArrowheads="1"/>
          </p:cNvSpPr>
          <p:nvPr/>
        </p:nvSpPr>
        <p:spPr bwMode="auto">
          <a:xfrm>
            <a:off x="5207001" y="3608294"/>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78" name="TextBox 45"/>
          <p:cNvSpPr txBox="1">
            <a:spLocks noChangeArrowheads="1"/>
          </p:cNvSpPr>
          <p:nvPr/>
        </p:nvSpPr>
        <p:spPr bwMode="auto">
          <a:xfrm>
            <a:off x="7262091" y="3608294"/>
            <a:ext cx="70211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O(log n)</a:t>
            </a:r>
          </a:p>
          <a:p>
            <a:pPr>
              <a:lnSpc>
                <a:spcPts val="1862"/>
              </a:lnSpc>
              <a:spcBef>
                <a:spcPct val="0"/>
              </a:spcBef>
              <a:buNone/>
            </a:pPr>
            <a:endParaRPr lang="en-US" altLang="en-US" sz="1600"/>
          </a:p>
        </p:txBody>
      </p:sp>
      <p:sp>
        <p:nvSpPr>
          <p:cNvPr id="95279" name="TextBox 46"/>
          <p:cNvSpPr txBox="1">
            <a:spLocks noChangeArrowheads="1"/>
          </p:cNvSpPr>
          <p:nvPr/>
        </p:nvSpPr>
        <p:spPr bwMode="auto">
          <a:xfrm>
            <a:off x="842818" y="3933265"/>
            <a:ext cx="49051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Radix</a:t>
            </a:r>
          </a:p>
          <a:p>
            <a:pPr>
              <a:lnSpc>
                <a:spcPts val="1862"/>
              </a:lnSpc>
              <a:spcBef>
                <a:spcPct val="0"/>
              </a:spcBef>
              <a:buNone/>
            </a:pPr>
            <a:endParaRPr lang="en-US" altLang="en-US" sz="1600"/>
          </a:p>
        </p:txBody>
      </p:sp>
      <p:sp>
        <p:nvSpPr>
          <p:cNvPr id="95280" name="TextBox 47"/>
          <p:cNvSpPr txBox="1">
            <a:spLocks noChangeArrowheads="1"/>
          </p:cNvSpPr>
          <p:nvPr/>
        </p:nvSpPr>
        <p:spPr bwMode="auto">
          <a:xfrm>
            <a:off x="3186546" y="3933265"/>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81" name="TextBox 48"/>
          <p:cNvSpPr txBox="1">
            <a:spLocks noChangeArrowheads="1"/>
          </p:cNvSpPr>
          <p:nvPr/>
        </p:nvSpPr>
        <p:spPr bwMode="auto">
          <a:xfrm>
            <a:off x="3509818" y="3944470"/>
            <a:ext cx="705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34"/>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US" altLang="en-US" sz="1600"/>
          </a:p>
        </p:txBody>
      </p:sp>
      <p:sp>
        <p:nvSpPr>
          <p:cNvPr id="95282" name="TextBox 49"/>
          <p:cNvSpPr txBox="1">
            <a:spLocks noChangeArrowheads="1"/>
          </p:cNvSpPr>
          <p:nvPr/>
        </p:nvSpPr>
        <p:spPr bwMode="auto">
          <a:xfrm>
            <a:off x="3636818" y="3933265"/>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83" name="TextBox 50"/>
          <p:cNvSpPr txBox="1">
            <a:spLocks noChangeArrowheads="1"/>
          </p:cNvSpPr>
          <p:nvPr/>
        </p:nvSpPr>
        <p:spPr bwMode="auto">
          <a:xfrm>
            <a:off x="5345546" y="3933265"/>
            <a:ext cx="570669"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O(s*n)</a:t>
            </a:r>
          </a:p>
          <a:p>
            <a:pPr>
              <a:lnSpc>
                <a:spcPts val="1862"/>
              </a:lnSpc>
              <a:spcBef>
                <a:spcPct val="0"/>
              </a:spcBef>
              <a:buNone/>
            </a:pPr>
            <a:endParaRPr lang="en-US" altLang="en-US" sz="1600"/>
          </a:p>
        </p:txBody>
      </p:sp>
      <p:sp>
        <p:nvSpPr>
          <p:cNvPr id="95284" name="TextBox 51"/>
          <p:cNvSpPr txBox="1">
            <a:spLocks noChangeArrowheads="1"/>
          </p:cNvSpPr>
          <p:nvPr/>
        </p:nvSpPr>
        <p:spPr bwMode="auto">
          <a:xfrm>
            <a:off x="7181273" y="3933265"/>
            <a:ext cx="856004"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log n)</a:t>
            </a:r>
          </a:p>
          <a:p>
            <a:pPr>
              <a:lnSpc>
                <a:spcPts val="1862"/>
              </a:lnSpc>
              <a:spcBef>
                <a:spcPct val="0"/>
              </a:spcBef>
              <a:buNone/>
            </a:pPr>
            <a:endParaRPr lang="en-US" altLang="en-US" sz="1600"/>
          </a:p>
        </p:txBody>
      </p:sp>
      <p:sp>
        <p:nvSpPr>
          <p:cNvPr id="95285" name="TextBox 52"/>
          <p:cNvSpPr txBox="1">
            <a:spLocks noChangeArrowheads="1"/>
          </p:cNvSpPr>
          <p:nvPr/>
        </p:nvSpPr>
        <p:spPr bwMode="auto">
          <a:xfrm>
            <a:off x="3509818" y="4269442"/>
            <a:ext cx="70532"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CA" altLang="en-US" sz="1100">
              <a:solidFill>
                <a:srgbClr val="000000"/>
              </a:solidFill>
            </a:endParaRPr>
          </a:p>
        </p:txBody>
      </p:sp>
      <p:sp>
        <p:nvSpPr>
          <p:cNvPr id="95286" name="TextBox 53"/>
          <p:cNvSpPr txBox="1">
            <a:spLocks noChangeArrowheads="1"/>
          </p:cNvSpPr>
          <p:nvPr/>
        </p:nvSpPr>
        <p:spPr bwMode="auto">
          <a:xfrm>
            <a:off x="5680363" y="4269442"/>
            <a:ext cx="179536" cy="32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56"/>
              </a:lnSpc>
              <a:spcBef>
                <a:spcPct val="0"/>
              </a:spcBef>
              <a:buNone/>
            </a:pPr>
            <a:r>
              <a:rPr lang="en-CA" altLang="en-US" sz="1100">
                <a:solidFill>
                  <a:srgbClr val="000000"/>
                </a:solidFill>
                <a:latin typeface="Times New Roman" pitchFamily="16" charset="0"/>
                <a:cs typeface="Times New Roman" pitchFamily="16" charset="0"/>
              </a:rPr>
              <a:t>5/3</a:t>
            </a:r>
          </a:p>
          <a:p>
            <a:pPr>
              <a:lnSpc>
                <a:spcPts val="1234"/>
              </a:lnSpc>
              <a:spcBef>
                <a:spcPct val="0"/>
              </a:spcBef>
              <a:buNone/>
            </a:pPr>
            <a:endParaRPr lang="en-CA" altLang="en-US" sz="1100">
              <a:solidFill>
                <a:srgbClr val="000000"/>
              </a:solidFill>
            </a:endParaRPr>
          </a:p>
        </p:txBody>
      </p:sp>
      <p:sp>
        <p:nvSpPr>
          <p:cNvPr id="95287" name="TextBox 54"/>
          <p:cNvSpPr txBox="1">
            <a:spLocks noChangeArrowheads="1"/>
          </p:cNvSpPr>
          <p:nvPr/>
        </p:nvSpPr>
        <p:spPr bwMode="auto">
          <a:xfrm>
            <a:off x="842819" y="4258236"/>
            <a:ext cx="423193"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458"/>
              </a:lnSpc>
              <a:spcBef>
                <a:spcPct val="0"/>
              </a:spcBef>
              <a:buNone/>
            </a:pPr>
            <a:r>
              <a:rPr lang="en-CA" altLang="en-US" sz="1600">
                <a:solidFill>
                  <a:srgbClr val="000000"/>
                </a:solidFill>
                <a:latin typeface="Times New Roman" pitchFamily="16" charset="0"/>
                <a:cs typeface="Times New Roman" pitchFamily="16" charset="0"/>
              </a:rPr>
              <a:t>Shell</a:t>
            </a:r>
          </a:p>
          <a:p>
            <a:pPr>
              <a:lnSpc>
                <a:spcPts val="1458"/>
              </a:lnSpc>
              <a:spcBef>
                <a:spcPct val="0"/>
              </a:spcBef>
              <a:buNone/>
            </a:pPr>
            <a:endParaRPr lang="en-US" altLang="en-US" sz="1600"/>
          </a:p>
        </p:txBody>
      </p:sp>
      <p:sp>
        <p:nvSpPr>
          <p:cNvPr id="95288" name="TextBox 55"/>
          <p:cNvSpPr txBox="1">
            <a:spLocks noChangeArrowheads="1"/>
          </p:cNvSpPr>
          <p:nvPr/>
        </p:nvSpPr>
        <p:spPr bwMode="auto">
          <a:xfrm>
            <a:off x="3186546" y="4258236"/>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89" name="TextBox 56"/>
          <p:cNvSpPr txBox="1">
            <a:spLocks noChangeArrowheads="1"/>
          </p:cNvSpPr>
          <p:nvPr/>
        </p:nvSpPr>
        <p:spPr bwMode="auto">
          <a:xfrm>
            <a:off x="3579091" y="4258236"/>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90" name="TextBox 57"/>
          <p:cNvSpPr txBox="1">
            <a:spLocks noChangeArrowheads="1"/>
          </p:cNvSpPr>
          <p:nvPr/>
        </p:nvSpPr>
        <p:spPr bwMode="auto">
          <a:xfrm>
            <a:off x="5357091" y="4258236"/>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91" name="TextBox 58"/>
          <p:cNvSpPr txBox="1">
            <a:spLocks noChangeArrowheads="1"/>
          </p:cNvSpPr>
          <p:nvPr/>
        </p:nvSpPr>
        <p:spPr bwMode="auto">
          <a:xfrm>
            <a:off x="5853545" y="4258236"/>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292" name="TextBox 59"/>
          <p:cNvSpPr txBox="1">
            <a:spLocks noChangeArrowheads="1"/>
          </p:cNvSpPr>
          <p:nvPr/>
        </p:nvSpPr>
        <p:spPr bwMode="auto">
          <a:xfrm>
            <a:off x="7412183" y="4258236"/>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93" name="TextBox 60"/>
          <p:cNvSpPr txBox="1">
            <a:spLocks noChangeArrowheads="1"/>
          </p:cNvSpPr>
          <p:nvPr/>
        </p:nvSpPr>
        <p:spPr bwMode="auto">
          <a:xfrm>
            <a:off x="842818" y="4594412"/>
            <a:ext cx="76463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Counting</a:t>
            </a:r>
          </a:p>
          <a:p>
            <a:pPr>
              <a:lnSpc>
                <a:spcPts val="1862"/>
              </a:lnSpc>
              <a:spcBef>
                <a:spcPct val="0"/>
              </a:spcBef>
              <a:buNone/>
            </a:pPr>
            <a:endParaRPr lang="en-US" altLang="en-US" sz="1600"/>
          </a:p>
        </p:txBody>
      </p:sp>
      <p:sp>
        <p:nvSpPr>
          <p:cNvPr id="95294" name="TextBox 61"/>
          <p:cNvSpPr txBox="1">
            <a:spLocks noChangeArrowheads="1"/>
          </p:cNvSpPr>
          <p:nvPr/>
        </p:nvSpPr>
        <p:spPr bwMode="auto">
          <a:xfrm>
            <a:off x="3059546" y="4594412"/>
            <a:ext cx="7085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 k)</a:t>
            </a:r>
          </a:p>
          <a:p>
            <a:pPr>
              <a:lnSpc>
                <a:spcPts val="1862"/>
              </a:lnSpc>
              <a:spcBef>
                <a:spcPct val="0"/>
              </a:spcBef>
              <a:buNone/>
            </a:pPr>
            <a:endParaRPr lang="en-US" altLang="en-US" sz="1600"/>
          </a:p>
        </p:txBody>
      </p:sp>
      <p:sp>
        <p:nvSpPr>
          <p:cNvPr id="95295" name="TextBox 62"/>
          <p:cNvSpPr txBox="1">
            <a:spLocks noChangeArrowheads="1"/>
          </p:cNvSpPr>
          <p:nvPr/>
        </p:nvSpPr>
        <p:spPr bwMode="auto">
          <a:xfrm>
            <a:off x="5437910" y="4594412"/>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96" name="TextBox 63"/>
          <p:cNvSpPr txBox="1">
            <a:spLocks noChangeArrowheads="1"/>
          </p:cNvSpPr>
          <p:nvPr/>
        </p:nvSpPr>
        <p:spPr bwMode="auto">
          <a:xfrm>
            <a:off x="7412183" y="4594412"/>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97" name="TextBox 64"/>
          <p:cNvSpPr txBox="1">
            <a:spLocks noChangeArrowheads="1"/>
          </p:cNvSpPr>
          <p:nvPr/>
        </p:nvSpPr>
        <p:spPr bwMode="auto">
          <a:xfrm>
            <a:off x="842818" y="5020236"/>
            <a:ext cx="581891"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907"/>
              </a:lnSpc>
              <a:spcBef>
                <a:spcPct val="0"/>
              </a:spcBef>
              <a:buNone/>
            </a:pPr>
            <a:r>
              <a:rPr lang="en-CA" altLang="en-US" sz="1600">
                <a:solidFill>
                  <a:srgbClr val="000000"/>
                </a:solidFill>
                <a:latin typeface="Times New Roman" pitchFamily="16" charset="0"/>
                <a:cs typeface="Times New Roman" pitchFamily="16" charset="0"/>
              </a:rPr>
              <a:t>Bucket</a:t>
            </a:r>
          </a:p>
          <a:p>
            <a:pPr>
              <a:lnSpc>
                <a:spcPts val="1907"/>
              </a:lnSpc>
              <a:spcBef>
                <a:spcPct val="0"/>
              </a:spcBef>
              <a:buNone/>
            </a:pPr>
            <a:endParaRPr lang="en-US" altLang="en-US" sz="1600"/>
          </a:p>
        </p:txBody>
      </p:sp>
      <p:sp>
        <p:nvSpPr>
          <p:cNvPr id="95298" name="TextBox 65"/>
          <p:cNvSpPr txBox="1">
            <a:spLocks noChangeArrowheads="1"/>
          </p:cNvSpPr>
          <p:nvPr/>
        </p:nvSpPr>
        <p:spPr bwMode="auto">
          <a:xfrm>
            <a:off x="3186546" y="5020236"/>
            <a:ext cx="318998"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299" name="TextBox 66"/>
          <p:cNvSpPr txBox="1">
            <a:spLocks noChangeArrowheads="1"/>
          </p:cNvSpPr>
          <p:nvPr/>
        </p:nvSpPr>
        <p:spPr bwMode="auto">
          <a:xfrm>
            <a:off x="3509818" y="5031441"/>
            <a:ext cx="705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234"/>
              </a:lnSpc>
              <a:spcBef>
                <a:spcPct val="0"/>
              </a:spcBef>
              <a:buNone/>
            </a:pPr>
            <a:r>
              <a:rPr lang="en-CA" altLang="en-US" sz="1100">
                <a:solidFill>
                  <a:srgbClr val="000000"/>
                </a:solidFill>
                <a:latin typeface="Times New Roman" pitchFamily="16" charset="0"/>
                <a:cs typeface="Times New Roman" pitchFamily="16" charset="0"/>
              </a:rPr>
              <a:t>2</a:t>
            </a:r>
          </a:p>
          <a:p>
            <a:pPr>
              <a:lnSpc>
                <a:spcPts val="1234"/>
              </a:lnSpc>
              <a:spcBef>
                <a:spcPct val="0"/>
              </a:spcBef>
              <a:buNone/>
            </a:pPr>
            <a:endParaRPr lang="en-US" altLang="en-US" sz="1600"/>
          </a:p>
        </p:txBody>
      </p:sp>
      <p:sp>
        <p:nvSpPr>
          <p:cNvPr id="95300" name="TextBox 67"/>
          <p:cNvSpPr txBox="1">
            <a:spLocks noChangeArrowheads="1"/>
          </p:cNvSpPr>
          <p:nvPr/>
        </p:nvSpPr>
        <p:spPr bwMode="auto">
          <a:xfrm>
            <a:off x="3636818" y="5020236"/>
            <a:ext cx="68930"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a:t>
            </a:r>
          </a:p>
          <a:p>
            <a:pPr>
              <a:lnSpc>
                <a:spcPts val="1862"/>
              </a:lnSpc>
              <a:spcBef>
                <a:spcPct val="0"/>
              </a:spcBef>
              <a:buNone/>
            </a:pPr>
            <a:endParaRPr lang="en-US" altLang="en-US" sz="1600"/>
          </a:p>
        </p:txBody>
      </p:sp>
      <p:sp>
        <p:nvSpPr>
          <p:cNvPr id="95301" name="TextBox 68"/>
          <p:cNvSpPr txBox="1">
            <a:spLocks noChangeArrowheads="1"/>
          </p:cNvSpPr>
          <p:nvPr/>
        </p:nvSpPr>
        <p:spPr bwMode="auto">
          <a:xfrm>
            <a:off x="5437910" y="5020236"/>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302" name="TextBox 69"/>
          <p:cNvSpPr txBox="1">
            <a:spLocks noChangeArrowheads="1"/>
          </p:cNvSpPr>
          <p:nvPr/>
        </p:nvSpPr>
        <p:spPr bwMode="auto">
          <a:xfrm>
            <a:off x="7412183" y="5020236"/>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303" name="TextBox 70"/>
          <p:cNvSpPr txBox="1">
            <a:spLocks noChangeArrowheads="1"/>
          </p:cNvSpPr>
          <p:nvPr/>
        </p:nvSpPr>
        <p:spPr bwMode="auto">
          <a:xfrm>
            <a:off x="842819" y="5345206"/>
            <a:ext cx="924933"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Pigeonhole</a:t>
            </a:r>
          </a:p>
          <a:p>
            <a:pPr>
              <a:lnSpc>
                <a:spcPts val="1862"/>
              </a:lnSpc>
              <a:spcBef>
                <a:spcPct val="0"/>
              </a:spcBef>
              <a:buNone/>
            </a:pPr>
            <a:endParaRPr lang="en-US" altLang="en-US" sz="1600"/>
          </a:p>
        </p:txBody>
      </p:sp>
      <p:sp>
        <p:nvSpPr>
          <p:cNvPr id="95304" name="TextBox 71"/>
          <p:cNvSpPr txBox="1">
            <a:spLocks noChangeArrowheads="1"/>
          </p:cNvSpPr>
          <p:nvPr/>
        </p:nvSpPr>
        <p:spPr bwMode="auto">
          <a:xfrm>
            <a:off x="3071092" y="5345206"/>
            <a:ext cx="686085"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 + s)</a:t>
            </a:r>
          </a:p>
          <a:p>
            <a:pPr>
              <a:lnSpc>
                <a:spcPts val="1862"/>
              </a:lnSpc>
              <a:spcBef>
                <a:spcPct val="0"/>
              </a:spcBef>
              <a:buNone/>
            </a:pPr>
            <a:endParaRPr lang="en-US" altLang="en-US" sz="1600"/>
          </a:p>
        </p:txBody>
      </p:sp>
      <p:sp>
        <p:nvSpPr>
          <p:cNvPr id="95305" name="TextBox 72"/>
          <p:cNvSpPr txBox="1">
            <a:spLocks noChangeArrowheads="1"/>
          </p:cNvSpPr>
          <p:nvPr/>
        </p:nvSpPr>
        <p:spPr bwMode="auto">
          <a:xfrm>
            <a:off x="5437910" y="5345206"/>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
        <p:nvSpPr>
          <p:cNvPr id="95306" name="TextBox 73"/>
          <p:cNvSpPr txBox="1">
            <a:spLocks noChangeArrowheads="1"/>
          </p:cNvSpPr>
          <p:nvPr/>
        </p:nvSpPr>
        <p:spPr bwMode="auto">
          <a:xfrm>
            <a:off x="7412183" y="5345206"/>
            <a:ext cx="38792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ts val="1862"/>
              </a:lnSpc>
              <a:spcBef>
                <a:spcPct val="0"/>
              </a:spcBef>
              <a:buNone/>
            </a:pPr>
            <a:r>
              <a:rPr lang="en-CA" altLang="en-US" sz="1600">
                <a:solidFill>
                  <a:srgbClr val="000000"/>
                </a:solidFill>
                <a:latin typeface="Times New Roman" pitchFamily="16" charset="0"/>
                <a:cs typeface="Times New Roman" pitchFamily="16" charset="0"/>
              </a:rPr>
              <a:t>O(n)</a:t>
            </a:r>
          </a:p>
          <a:p>
            <a:pPr>
              <a:lnSpc>
                <a:spcPts val="1862"/>
              </a:lnSpc>
              <a:spcBef>
                <a:spcPct val="0"/>
              </a:spcBef>
              <a:buNone/>
            </a:pPr>
            <a:endParaRPr lang="en-US" altLang="en-US" sz="1600"/>
          </a:p>
        </p:txBody>
      </p:sp>
    </p:spTree>
    <p:extLst>
      <p:ext uri="{BB962C8B-B14F-4D97-AF65-F5344CB8AC3E}">
        <p14:creationId xmlns:p14="http://schemas.microsoft.com/office/powerpoint/2010/main" val="1768698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2121</Words>
  <Application>Microsoft Macintosh PowerPoint</Application>
  <PresentationFormat>On-screen Show (4:3)</PresentationFormat>
  <Paragraphs>679</Paragraphs>
  <Slides>23</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 Bold</vt:lpstr>
      <vt:lpstr>Arial Bold Italic</vt:lpstr>
      <vt:lpstr>Times New Roman Bold</vt:lpstr>
      <vt:lpstr>Arial</vt:lpstr>
      <vt:lpstr>Calibri</vt:lpstr>
      <vt:lpstr>Chalkboard Bold</vt:lpstr>
      <vt:lpstr>Comic Sans MS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Shellsort</vt:lpstr>
      <vt:lpstr>PowerPoint Presentation</vt:lpstr>
      <vt:lpstr>PowerPoint Presentation</vt:lpstr>
      <vt:lpstr>PowerPoint Presentation</vt:lpstr>
      <vt:lpstr>Divide and Conquer  Merge Sort</vt:lpstr>
      <vt:lpstr>Example – n Power of 2</vt:lpstr>
      <vt:lpstr>Example – n Power of 2</vt:lpstr>
      <vt:lpstr>Example – n Not a Power of 2</vt:lpstr>
      <vt:lpstr>Example – n Not a Power of 2</vt:lpstr>
      <vt:lpstr>Merging</vt:lpstr>
      <vt:lpstr>Mergesort</vt:lpstr>
      <vt:lpstr>Complexity analysis</vt:lpstr>
      <vt:lpstr>PowerPoint Presentation</vt:lpstr>
      <vt:lpstr>PowerPoint Presentation</vt:lpstr>
      <vt:lpstr>PowerPoint Presentation</vt:lpstr>
    </vt:vector>
  </TitlesOfParts>
  <Company>MyCompanyName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MyUserName</dc:creator>
  <cp:lastModifiedBy>Dr. Hussain Dawood - NSU</cp:lastModifiedBy>
  <cp:revision>8</cp:revision>
  <dcterms:created xsi:type="dcterms:W3CDTF">2017-03-01T21:00:33Z</dcterms:created>
  <dcterms:modified xsi:type="dcterms:W3CDTF">2026-03-10T02:57:12Z</dcterms:modified>
</cp:coreProperties>
</file>